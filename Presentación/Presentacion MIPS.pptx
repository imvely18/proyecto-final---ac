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5143500" cx="9144000"/>
  <p:notesSz cx="6858000" cy="9144000"/>
  <p:embeddedFontLst>
    <p:embeddedFont>
      <p:font typeface="Funnel Sans"/>
      <p:regular r:id="rId35"/>
      <p:bold r:id="rId36"/>
      <p:italic r:id="rId37"/>
      <p:boldItalic r:id="rId38"/>
    </p:embeddedFont>
    <p:embeddedFont>
      <p:font typeface="Funnel Sans Light"/>
      <p:regular r:id="rId39"/>
      <p:bold r:id="rId40"/>
      <p:italic r:id="rId41"/>
      <p:boldItalic r:id="rId42"/>
    </p:embeddedFont>
    <p:embeddedFont>
      <p:font typeface="Raleway"/>
      <p:regular r:id="rId43"/>
      <p:bold r:id="rId44"/>
      <p:italic r:id="rId45"/>
      <p:boldItalic r:id="rId46"/>
    </p:embeddedFont>
    <p:embeddedFont>
      <p:font typeface="Manrope"/>
      <p:regular r:id="rId47"/>
      <p:bold r:id="rId48"/>
    </p:embeddedFont>
    <p:embeddedFont>
      <p:font typeface="DM Sans"/>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08EEE89-7930-4D39-A249-BA43D4B6EDAE}">
  <a:tblStyle styleId="{508EEE89-7930-4D39-A249-BA43D4B6EDA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FunnelSansLight-bold.fntdata"/><Relationship Id="rId42" Type="http://schemas.openxmlformats.org/officeDocument/2006/relationships/font" Target="fonts/FunnelSansLight-boldItalic.fntdata"/><Relationship Id="rId41" Type="http://schemas.openxmlformats.org/officeDocument/2006/relationships/font" Target="fonts/FunnelSansLight-italic.fntdata"/><Relationship Id="rId44" Type="http://schemas.openxmlformats.org/officeDocument/2006/relationships/font" Target="fonts/Raleway-bold.fntdata"/><Relationship Id="rId43" Type="http://schemas.openxmlformats.org/officeDocument/2006/relationships/font" Target="fonts/Raleway-regular.fntdata"/><Relationship Id="rId46" Type="http://schemas.openxmlformats.org/officeDocument/2006/relationships/font" Target="fonts/Raleway-boldItalic.fntdata"/><Relationship Id="rId45" Type="http://schemas.openxmlformats.org/officeDocument/2006/relationships/font" Target="fonts/Raleway-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Manrope-bold.fntdata"/><Relationship Id="rId47" Type="http://schemas.openxmlformats.org/officeDocument/2006/relationships/font" Target="fonts/Manrope-regular.fntdata"/><Relationship Id="rId49" Type="http://schemas.openxmlformats.org/officeDocument/2006/relationships/font" Target="fonts/DMSans-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font" Target="fonts/FunnelSans-regular.fntdata"/><Relationship Id="rId34" Type="http://schemas.openxmlformats.org/officeDocument/2006/relationships/slide" Target="slides/slide29.xml"/><Relationship Id="rId37" Type="http://schemas.openxmlformats.org/officeDocument/2006/relationships/font" Target="fonts/FunnelSans-italic.fntdata"/><Relationship Id="rId36" Type="http://schemas.openxmlformats.org/officeDocument/2006/relationships/font" Target="fonts/FunnelSans-bold.fntdata"/><Relationship Id="rId39" Type="http://schemas.openxmlformats.org/officeDocument/2006/relationships/font" Target="fonts/FunnelSansLight-regular.fntdata"/><Relationship Id="rId38" Type="http://schemas.openxmlformats.org/officeDocument/2006/relationships/font" Target="fonts/FunnelSans-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DMSans-italic.fntdata"/><Relationship Id="rId50" Type="http://schemas.openxmlformats.org/officeDocument/2006/relationships/font" Target="fonts/DMSans-bold.fntdata"/><Relationship Id="rId52" Type="http://schemas.openxmlformats.org/officeDocument/2006/relationships/font" Target="fonts/DMSans-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d1bf8d60a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d1bf8d60a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e9e8976b6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e9e8976b6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d1bf8d60a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d1bf8d60a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d1bf8d60a4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d1bf8d60a4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d1bf8d60a4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d1bf8d60a4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e45072d084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e45072d084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e45072d084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e45072d084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e45072d084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e45072d084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e45072d084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e45072d084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e45072d084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e45072d084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e45072d084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e45072d084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e45072d084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e45072d084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e45072d084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e45072d084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e45072d084_2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e45072d084_2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e45072d084_2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e45072d084_2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e45072d084_2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e45072d084_2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e45072d084_2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e45072d084_2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e45072d084_2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e45072d084_2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e45072d084_2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e45072d084_2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e45072d084_2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e45072d084_2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e45072d084_2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e45072d084_2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e45072d084_2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e45072d084_2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e45072d084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e45072d084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e45072d084_3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e45072d084_3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e45072d084_3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3e45072d084_3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e45072d084_3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3e45072d084_3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e45072d084_3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3e45072d084_3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e45072d084_3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3e45072d084_3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d1bf8d60a4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d1bf8d60a4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tBDfr"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2189775" y="2574050"/>
            <a:ext cx="4494000" cy="1496100"/>
          </a:xfrm>
          <a:prstGeom prst="rect">
            <a:avLst/>
          </a:prstGeom>
          <a:effectLst>
            <a:outerShdw blurRad="57150" rotWithShape="0" algn="bl" dir="5400000" dist="19050">
              <a:srgbClr val="000000">
                <a:alpha val="50000"/>
              </a:srgbClr>
            </a:outerShdw>
          </a:effectLst>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4200">
                <a:latin typeface="Manrope"/>
                <a:ea typeface="Manrope"/>
                <a:cs typeface="Manrope"/>
                <a:sym typeface="Manrop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2189775" y="4320186"/>
            <a:ext cx="5799900" cy="4758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600">
                <a:latin typeface="Funnel Sans Light"/>
                <a:ea typeface="Funnel Sans Light"/>
                <a:cs typeface="Funnel Sans Light"/>
                <a:sym typeface="Funnel Sans Light"/>
              </a:defRPr>
            </a:lvl1pPr>
            <a:lvl2pPr lvl="1" algn="ctr">
              <a:lnSpc>
                <a:spcPct val="115000"/>
              </a:lnSpc>
              <a:spcBef>
                <a:spcPts val="0"/>
              </a:spcBef>
              <a:spcAft>
                <a:spcPts val="0"/>
              </a:spcAft>
              <a:buSzPts val="1800"/>
              <a:buNone/>
              <a:defRPr sz="1800"/>
            </a:lvl2pPr>
            <a:lvl3pPr lvl="2" algn="ctr">
              <a:lnSpc>
                <a:spcPct val="115000"/>
              </a:lnSpc>
              <a:spcBef>
                <a:spcPts val="0"/>
              </a:spcBef>
              <a:spcAft>
                <a:spcPts val="0"/>
              </a:spcAft>
              <a:buSzPts val="1800"/>
              <a:buNone/>
              <a:defRPr sz="1800"/>
            </a:lvl3pPr>
            <a:lvl4pPr lvl="3" algn="ctr">
              <a:lnSpc>
                <a:spcPct val="115000"/>
              </a:lnSpc>
              <a:spcBef>
                <a:spcPts val="0"/>
              </a:spcBef>
              <a:spcAft>
                <a:spcPts val="0"/>
              </a:spcAft>
              <a:buSzPts val="1800"/>
              <a:buNone/>
              <a:defRPr sz="1800"/>
            </a:lvl4pPr>
            <a:lvl5pPr lvl="4" algn="ctr">
              <a:lnSpc>
                <a:spcPct val="115000"/>
              </a:lnSpc>
              <a:spcBef>
                <a:spcPts val="0"/>
              </a:spcBef>
              <a:spcAft>
                <a:spcPts val="0"/>
              </a:spcAft>
              <a:buSzPts val="1800"/>
              <a:buNone/>
              <a:defRPr sz="1800"/>
            </a:lvl5pPr>
            <a:lvl6pPr lvl="5" algn="ctr">
              <a:lnSpc>
                <a:spcPct val="115000"/>
              </a:lnSpc>
              <a:spcBef>
                <a:spcPts val="0"/>
              </a:spcBef>
              <a:spcAft>
                <a:spcPts val="0"/>
              </a:spcAft>
              <a:buSzPts val="1800"/>
              <a:buNone/>
              <a:defRPr sz="1800"/>
            </a:lvl6pPr>
            <a:lvl7pPr lvl="6" algn="ctr">
              <a:lnSpc>
                <a:spcPct val="115000"/>
              </a:lnSpc>
              <a:spcBef>
                <a:spcPts val="0"/>
              </a:spcBef>
              <a:spcAft>
                <a:spcPts val="0"/>
              </a:spcAft>
              <a:buSzPts val="1800"/>
              <a:buNone/>
              <a:defRPr sz="1800"/>
            </a:lvl7pPr>
            <a:lvl8pPr lvl="7" algn="ctr">
              <a:lnSpc>
                <a:spcPct val="115000"/>
              </a:lnSpc>
              <a:spcBef>
                <a:spcPts val="0"/>
              </a:spcBef>
              <a:spcAft>
                <a:spcPts val="0"/>
              </a:spcAft>
              <a:buSzPts val="1800"/>
              <a:buNone/>
              <a:defRPr sz="1800"/>
            </a:lvl8pPr>
            <a:lvl9pPr lvl="8" algn="ctr">
              <a:lnSpc>
                <a:spcPct val="115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3"/>
          <p:cNvSpPr txBox="1"/>
          <p:nvPr>
            <p:ph type="title"/>
          </p:nvPr>
        </p:nvSpPr>
        <p:spPr>
          <a:xfrm>
            <a:off x="469100" y="1719275"/>
            <a:ext cx="6340200" cy="21237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sz="42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3" name="Google Shape;13;p3"/>
          <p:cNvSpPr txBox="1"/>
          <p:nvPr>
            <p:ph hasCustomPrompt="1" idx="2" type="title"/>
          </p:nvPr>
        </p:nvSpPr>
        <p:spPr>
          <a:xfrm>
            <a:off x="469100" y="486925"/>
            <a:ext cx="1182600" cy="841800"/>
          </a:xfrm>
          <a:prstGeom prst="rect">
            <a:avLst/>
          </a:prstGeom>
        </p:spPr>
        <p:txBody>
          <a:bodyPr anchorCtr="0" anchor="b" bIns="91425" lIns="91425" spcFirstLastPara="1" rIns="91425" wrap="square" tIns="91425">
            <a:noAutofit/>
          </a:bodyPr>
          <a:lstStyle>
            <a:lvl1pPr lvl="0" rtl="0">
              <a:spcBef>
                <a:spcPts val="0"/>
              </a:spcBef>
              <a:spcAft>
                <a:spcPts val="0"/>
              </a:spcAft>
              <a:buSzPts val="6000"/>
              <a:buNone/>
              <a:defRPr sz="6000">
                <a:solidFill>
                  <a:schemeClr val="accent2"/>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4" name="Google Shape;14;p3"/>
          <p:cNvSpPr txBox="1"/>
          <p:nvPr>
            <p:ph idx="1" type="subTitle"/>
          </p:nvPr>
        </p:nvSpPr>
        <p:spPr>
          <a:xfrm>
            <a:off x="469100" y="4336150"/>
            <a:ext cx="5813400" cy="4578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4"/>
          <p:cNvSpPr txBox="1"/>
          <p:nvPr>
            <p:ph type="title"/>
          </p:nvPr>
        </p:nvSpPr>
        <p:spPr>
          <a:xfrm>
            <a:off x="720000" y="2286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700"/>
              <a:buNone/>
              <a:defRPr/>
            </a:lvl1pPr>
            <a:lvl2pPr lvl="1" rtl="0" algn="ctr">
              <a:spcBef>
                <a:spcPts val="0"/>
              </a:spcBef>
              <a:spcAft>
                <a:spcPts val="0"/>
              </a:spcAft>
              <a:buSzPts val="2700"/>
              <a:buNone/>
              <a:defRPr/>
            </a:lvl2pPr>
            <a:lvl3pPr lvl="2" rtl="0" algn="ctr">
              <a:spcBef>
                <a:spcPts val="0"/>
              </a:spcBef>
              <a:spcAft>
                <a:spcPts val="0"/>
              </a:spcAft>
              <a:buSzPts val="2700"/>
              <a:buNone/>
              <a:defRPr/>
            </a:lvl3pPr>
            <a:lvl4pPr lvl="3" rtl="0" algn="ctr">
              <a:spcBef>
                <a:spcPts val="0"/>
              </a:spcBef>
              <a:spcAft>
                <a:spcPts val="0"/>
              </a:spcAft>
              <a:buSzPts val="2700"/>
              <a:buNone/>
              <a:defRPr/>
            </a:lvl4pPr>
            <a:lvl5pPr lvl="4" rtl="0" algn="ctr">
              <a:spcBef>
                <a:spcPts val="0"/>
              </a:spcBef>
              <a:spcAft>
                <a:spcPts val="0"/>
              </a:spcAft>
              <a:buSzPts val="2700"/>
              <a:buNone/>
              <a:defRPr/>
            </a:lvl5pPr>
            <a:lvl6pPr lvl="5" rtl="0" algn="ctr">
              <a:spcBef>
                <a:spcPts val="0"/>
              </a:spcBef>
              <a:spcAft>
                <a:spcPts val="0"/>
              </a:spcAft>
              <a:buSzPts val="2700"/>
              <a:buNone/>
              <a:defRPr/>
            </a:lvl6pPr>
            <a:lvl7pPr lvl="6" rtl="0" algn="ctr">
              <a:spcBef>
                <a:spcPts val="0"/>
              </a:spcBef>
              <a:spcAft>
                <a:spcPts val="0"/>
              </a:spcAft>
              <a:buSzPts val="2700"/>
              <a:buNone/>
              <a:defRPr/>
            </a:lvl7pPr>
            <a:lvl8pPr lvl="7" rtl="0" algn="ctr">
              <a:spcBef>
                <a:spcPts val="0"/>
              </a:spcBef>
              <a:spcAft>
                <a:spcPts val="0"/>
              </a:spcAft>
              <a:buSzPts val="2700"/>
              <a:buNone/>
              <a:defRPr/>
            </a:lvl8pPr>
            <a:lvl9pPr lvl="8" rtl="0" algn="ctr">
              <a:spcBef>
                <a:spcPts val="0"/>
              </a:spcBef>
              <a:spcAft>
                <a:spcPts val="0"/>
              </a:spcAft>
              <a:buSzPts val="2700"/>
              <a:buNone/>
              <a:defRPr/>
            </a:lvl9pPr>
          </a:lstStyle>
          <a:p/>
        </p:txBody>
      </p:sp>
      <p:sp>
        <p:nvSpPr>
          <p:cNvPr id="17" name="Google Shape;17;p4"/>
          <p:cNvSpPr txBox="1"/>
          <p:nvPr>
            <p:ph idx="1" type="body"/>
          </p:nvPr>
        </p:nvSpPr>
        <p:spPr>
          <a:xfrm>
            <a:off x="720000" y="999327"/>
            <a:ext cx="7704000" cy="34164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SzPts val="1400"/>
              <a:buAutoNum type="arabicPeriod"/>
              <a:defRPr/>
            </a:lvl1pPr>
            <a:lvl2pPr indent="-317500" lvl="1" marL="914400" rtl="0">
              <a:lnSpc>
                <a:spcPct val="115000"/>
              </a:lnSpc>
              <a:spcBef>
                <a:spcPts val="0"/>
              </a:spcBef>
              <a:spcAft>
                <a:spcPts val="0"/>
              </a:spcAft>
              <a:buSzPts val="1400"/>
              <a:buFont typeface="Roboto Condensed Light"/>
              <a:buAutoNum type="alphaLcPeriod"/>
              <a:defRPr/>
            </a:lvl2pPr>
            <a:lvl3pPr indent="-317500" lvl="2" marL="1371600" rtl="0">
              <a:lnSpc>
                <a:spcPct val="115000"/>
              </a:lnSpc>
              <a:spcBef>
                <a:spcPts val="0"/>
              </a:spcBef>
              <a:spcAft>
                <a:spcPts val="0"/>
              </a:spcAft>
              <a:buSzPts val="1400"/>
              <a:buFont typeface="Roboto Condensed Light"/>
              <a:buAutoNum type="romanLcPeriod"/>
              <a:defRPr/>
            </a:lvl3pPr>
            <a:lvl4pPr indent="-317500" lvl="3" marL="1828800" rtl="0">
              <a:lnSpc>
                <a:spcPct val="115000"/>
              </a:lnSpc>
              <a:spcBef>
                <a:spcPts val="0"/>
              </a:spcBef>
              <a:spcAft>
                <a:spcPts val="0"/>
              </a:spcAft>
              <a:buSzPts val="1400"/>
              <a:buFont typeface="Roboto Condensed Light"/>
              <a:buAutoNum type="arabicPeriod"/>
              <a:defRPr/>
            </a:lvl4pPr>
            <a:lvl5pPr indent="-317500" lvl="4" marL="2286000" rtl="0">
              <a:lnSpc>
                <a:spcPct val="115000"/>
              </a:lnSpc>
              <a:spcBef>
                <a:spcPts val="0"/>
              </a:spcBef>
              <a:spcAft>
                <a:spcPts val="0"/>
              </a:spcAft>
              <a:buSzPts val="1400"/>
              <a:buFont typeface="Roboto Condensed Light"/>
              <a:buAutoNum type="alphaLcPeriod"/>
              <a:defRPr/>
            </a:lvl5pPr>
            <a:lvl6pPr indent="-317500" lvl="5" marL="2743200" rtl="0">
              <a:lnSpc>
                <a:spcPct val="115000"/>
              </a:lnSpc>
              <a:spcBef>
                <a:spcPts val="0"/>
              </a:spcBef>
              <a:spcAft>
                <a:spcPts val="0"/>
              </a:spcAft>
              <a:buSzPts val="1400"/>
              <a:buFont typeface="Roboto Condensed Light"/>
              <a:buAutoNum type="romanLcPeriod"/>
              <a:defRPr/>
            </a:lvl6pPr>
            <a:lvl7pPr indent="-317500" lvl="6" marL="3200400" rtl="0">
              <a:lnSpc>
                <a:spcPct val="115000"/>
              </a:lnSpc>
              <a:spcBef>
                <a:spcPts val="0"/>
              </a:spcBef>
              <a:spcAft>
                <a:spcPts val="0"/>
              </a:spcAft>
              <a:buSzPts val="1400"/>
              <a:buFont typeface="Roboto Condensed Light"/>
              <a:buAutoNum type="arabicPeriod"/>
              <a:defRPr/>
            </a:lvl7pPr>
            <a:lvl8pPr indent="-317500" lvl="7" marL="3657600" rtl="0">
              <a:lnSpc>
                <a:spcPct val="115000"/>
              </a:lnSpc>
              <a:spcBef>
                <a:spcPts val="0"/>
              </a:spcBef>
              <a:spcAft>
                <a:spcPts val="0"/>
              </a:spcAft>
              <a:buSzPts val="1400"/>
              <a:buFont typeface="Roboto Condensed Light"/>
              <a:buAutoNum type="alphaLcPeriod"/>
              <a:defRPr/>
            </a:lvl8pPr>
            <a:lvl9pPr indent="-317500" lvl="8" marL="4114800" rtl="0">
              <a:lnSpc>
                <a:spcPct val="115000"/>
              </a:lnSpc>
              <a:spcBef>
                <a:spcPts val="0"/>
              </a:spcBef>
              <a:spcAft>
                <a:spcPts val="0"/>
              </a:spcAft>
              <a:buSzPts val="1400"/>
              <a:buFont typeface="Roboto Condensed Light"/>
              <a:buAutoNum type="romanLcPeriod"/>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 name="Shape 18"/>
        <p:cNvGrpSpPr/>
        <p:nvPr/>
      </p:nvGrpSpPr>
      <p:grpSpPr>
        <a:xfrm>
          <a:off x="0" y="0"/>
          <a:ext cx="0" cy="0"/>
          <a:chOff x="0" y="0"/>
          <a:chExt cx="0" cy="0"/>
        </a:xfrm>
      </p:grpSpPr>
      <p:sp>
        <p:nvSpPr>
          <p:cNvPr id="19" name="Google Shape;19;p5"/>
          <p:cNvSpPr/>
          <p:nvPr/>
        </p:nvSpPr>
        <p:spPr>
          <a:xfrm>
            <a:off x="118400" y="146350"/>
            <a:ext cx="8907600" cy="11919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unnel Sans"/>
              <a:ea typeface="Funnel Sans"/>
              <a:cs typeface="Funnel Sans"/>
              <a:sym typeface="Funnel Sans"/>
            </a:endParaRPr>
          </a:p>
        </p:txBody>
      </p:sp>
      <p:sp>
        <p:nvSpPr>
          <p:cNvPr id="20" name="Google Shape;20;p5"/>
          <p:cNvSpPr txBox="1"/>
          <p:nvPr>
            <p:ph type="title"/>
          </p:nvPr>
        </p:nvSpPr>
        <p:spPr>
          <a:xfrm>
            <a:off x="720000" y="458589"/>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700"/>
              <a:buNone/>
              <a:defRPr/>
            </a:lvl1pPr>
            <a:lvl2pPr lvl="1" rtl="0">
              <a:spcBef>
                <a:spcPts val="0"/>
              </a:spcBef>
              <a:spcAft>
                <a:spcPts val="0"/>
              </a:spcAft>
              <a:buSzPts val="2700"/>
              <a:buNone/>
              <a:defRPr/>
            </a:lvl2pPr>
            <a:lvl3pPr lvl="2" rtl="0">
              <a:spcBef>
                <a:spcPts val="0"/>
              </a:spcBef>
              <a:spcAft>
                <a:spcPts val="0"/>
              </a:spcAft>
              <a:buSzPts val="2700"/>
              <a:buNone/>
              <a:defRPr/>
            </a:lvl3pPr>
            <a:lvl4pPr lvl="3" rtl="0">
              <a:spcBef>
                <a:spcPts val="0"/>
              </a:spcBef>
              <a:spcAft>
                <a:spcPts val="0"/>
              </a:spcAft>
              <a:buSzPts val="2700"/>
              <a:buNone/>
              <a:defRPr/>
            </a:lvl4pPr>
            <a:lvl5pPr lvl="4" rtl="0">
              <a:spcBef>
                <a:spcPts val="0"/>
              </a:spcBef>
              <a:spcAft>
                <a:spcPts val="0"/>
              </a:spcAft>
              <a:buSzPts val="2700"/>
              <a:buNone/>
              <a:defRPr/>
            </a:lvl5pPr>
            <a:lvl6pPr lvl="5" rtl="0">
              <a:spcBef>
                <a:spcPts val="0"/>
              </a:spcBef>
              <a:spcAft>
                <a:spcPts val="0"/>
              </a:spcAft>
              <a:buSzPts val="2700"/>
              <a:buNone/>
              <a:defRPr/>
            </a:lvl6pPr>
            <a:lvl7pPr lvl="6" rtl="0">
              <a:spcBef>
                <a:spcPts val="0"/>
              </a:spcBef>
              <a:spcAft>
                <a:spcPts val="0"/>
              </a:spcAft>
              <a:buSzPts val="2700"/>
              <a:buNone/>
              <a:defRPr/>
            </a:lvl7pPr>
            <a:lvl8pPr lvl="7" rtl="0">
              <a:spcBef>
                <a:spcPts val="0"/>
              </a:spcBef>
              <a:spcAft>
                <a:spcPts val="0"/>
              </a:spcAft>
              <a:buSzPts val="2700"/>
              <a:buNone/>
              <a:defRPr/>
            </a:lvl8pPr>
            <a:lvl9pPr lvl="8" rtl="0">
              <a:spcBef>
                <a:spcPts val="0"/>
              </a:spcBef>
              <a:spcAft>
                <a:spcPts val="0"/>
              </a:spcAft>
              <a:buSzPts val="2700"/>
              <a:buNone/>
              <a:defRPr/>
            </a:lvl9pPr>
          </a:lstStyle>
          <a:p/>
        </p:txBody>
      </p:sp>
      <p:sp>
        <p:nvSpPr>
          <p:cNvPr id="21" name="Google Shape;21;p5"/>
          <p:cNvSpPr txBox="1"/>
          <p:nvPr>
            <p:ph idx="1" type="subTitle"/>
          </p:nvPr>
        </p:nvSpPr>
        <p:spPr>
          <a:xfrm>
            <a:off x="1947450" y="2191400"/>
            <a:ext cx="5249100" cy="6426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2800"/>
              <a:buNone/>
              <a:defRPr b="0" sz="1400"/>
            </a:lvl1pPr>
            <a:lvl2pPr lvl="1" rtl="0" algn="ctr">
              <a:lnSpc>
                <a:spcPct val="115000"/>
              </a:lnSpc>
              <a:spcBef>
                <a:spcPts val="0"/>
              </a:spcBef>
              <a:spcAft>
                <a:spcPts val="0"/>
              </a:spcAft>
              <a:buSzPts val="2800"/>
              <a:buNone/>
              <a:defRPr sz="2800"/>
            </a:lvl2pPr>
            <a:lvl3pPr lvl="2" rtl="0" algn="ctr">
              <a:lnSpc>
                <a:spcPct val="115000"/>
              </a:lnSpc>
              <a:spcBef>
                <a:spcPts val="0"/>
              </a:spcBef>
              <a:spcAft>
                <a:spcPts val="0"/>
              </a:spcAft>
              <a:buSzPts val="2800"/>
              <a:buNone/>
              <a:defRPr sz="2800"/>
            </a:lvl3pPr>
            <a:lvl4pPr lvl="3" rtl="0" algn="ctr">
              <a:lnSpc>
                <a:spcPct val="115000"/>
              </a:lnSpc>
              <a:spcBef>
                <a:spcPts val="0"/>
              </a:spcBef>
              <a:spcAft>
                <a:spcPts val="0"/>
              </a:spcAft>
              <a:buSzPts val="2800"/>
              <a:buNone/>
              <a:defRPr sz="2800"/>
            </a:lvl4pPr>
            <a:lvl5pPr lvl="4" rtl="0" algn="ctr">
              <a:lnSpc>
                <a:spcPct val="115000"/>
              </a:lnSpc>
              <a:spcBef>
                <a:spcPts val="0"/>
              </a:spcBef>
              <a:spcAft>
                <a:spcPts val="0"/>
              </a:spcAft>
              <a:buSzPts val="2800"/>
              <a:buNone/>
              <a:defRPr sz="2800"/>
            </a:lvl5pPr>
            <a:lvl6pPr lvl="5" rtl="0" algn="ctr">
              <a:lnSpc>
                <a:spcPct val="115000"/>
              </a:lnSpc>
              <a:spcBef>
                <a:spcPts val="0"/>
              </a:spcBef>
              <a:spcAft>
                <a:spcPts val="0"/>
              </a:spcAft>
              <a:buSzPts val="2800"/>
              <a:buNone/>
              <a:defRPr sz="2800"/>
            </a:lvl6pPr>
            <a:lvl7pPr lvl="6" rtl="0" algn="ctr">
              <a:lnSpc>
                <a:spcPct val="115000"/>
              </a:lnSpc>
              <a:spcBef>
                <a:spcPts val="0"/>
              </a:spcBef>
              <a:spcAft>
                <a:spcPts val="0"/>
              </a:spcAft>
              <a:buSzPts val="2800"/>
              <a:buNone/>
              <a:defRPr sz="2800"/>
            </a:lvl7pPr>
            <a:lvl8pPr lvl="7" rtl="0" algn="ctr">
              <a:lnSpc>
                <a:spcPct val="115000"/>
              </a:lnSpc>
              <a:spcBef>
                <a:spcPts val="0"/>
              </a:spcBef>
              <a:spcAft>
                <a:spcPts val="0"/>
              </a:spcAft>
              <a:buSzPts val="2800"/>
              <a:buNone/>
              <a:defRPr sz="2800"/>
            </a:lvl8pPr>
            <a:lvl9pPr lvl="8" rtl="0" algn="ctr">
              <a:lnSpc>
                <a:spcPct val="115000"/>
              </a:lnSpc>
              <a:spcBef>
                <a:spcPts val="0"/>
              </a:spcBef>
              <a:spcAft>
                <a:spcPts val="0"/>
              </a:spcAft>
              <a:buSzPts val="2800"/>
              <a:buNone/>
              <a:defRPr sz="2800"/>
            </a:lvl9pPr>
          </a:lstStyle>
          <a:p/>
        </p:txBody>
      </p:sp>
      <p:sp>
        <p:nvSpPr>
          <p:cNvPr id="22" name="Google Shape;22;p5"/>
          <p:cNvSpPr txBox="1"/>
          <p:nvPr>
            <p:ph idx="2" type="subTitle"/>
          </p:nvPr>
        </p:nvSpPr>
        <p:spPr>
          <a:xfrm>
            <a:off x="1947450" y="3590788"/>
            <a:ext cx="5249100" cy="6426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2800"/>
              <a:buNone/>
              <a:defRPr b="0" sz="1400"/>
            </a:lvl1pPr>
            <a:lvl2pPr lvl="1" rtl="0" algn="ctr">
              <a:lnSpc>
                <a:spcPct val="115000"/>
              </a:lnSpc>
              <a:spcBef>
                <a:spcPts val="0"/>
              </a:spcBef>
              <a:spcAft>
                <a:spcPts val="0"/>
              </a:spcAft>
              <a:buSzPts val="2800"/>
              <a:buNone/>
              <a:defRPr sz="2800"/>
            </a:lvl2pPr>
            <a:lvl3pPr lvl="2" rtl="0" algn="ctr">
              <a:lnSpc>
                <a:spcPct val="115000"/>
              </a:lnSpc>
              <a:spcBef>
                <a:spcPts val="0"/>
              </a:spcBef>
              <a:spcAft>
                <a:spcPts val="0"/>
              </a:spcAft>
              <a:buSzPts val="2800"/>
              <a:buNone/>
              <a:defRPr sz="2800"/>
            </a:lvl3pPr>
            <a:lvl4pPr lvl="3" rtl="0" algn="ctr">
              <a:lnSpc>
                <a:spcPct val="115000"/>
              </a:lnSpc>
              <a:spcBef>
                <a:spcPts val="0"/>
              </a:spcBef>
              <a:spcAft>
                <a:spcPts val="0"/>
              </a:spcAft>
              <a:buSzPts val="2800"/>
              <a:buNone/>
              <a:defRPr sz="2800"/>
            </a:lvl4pPr>
            <a:lvl5pPr lvl="4" rtl="0" algn="ctr">
              <a:lnSpc>
                <a:spcPct val="115000"/>
              </a:lnSpc>
              <a:spcBef>
                <a:spcPts val="0"/>
              </a:spcBef>
              <a:spcAft>
                <a:spcPts val="0"/>
              </a:spcAft>
              <a:buSzPts val="2800"/>
              <a:buNone/>
              <a:defRPr sz="2800"/>
            </a:lvl5pPr>
            <a:lvl6pPr lvl="5" rtl="0" algn="ctr">
              <a:lnSpc>
                <a:spcPct val="115000"/>
              </a:lnSpc>
              <a:spcBef>
                <a:spcPts val="0"/>
              </a:spcBef>
              <a:spcAft>
                <a:spcPts val="0"/>
              </a:spcAft>
              <a:buSzPts val="2800"/>
              <a:buNone/>
              <a:defRPr sz="2800"/>
            </a:lvl6pPr>
            <a:lvl7pPr lvl="6" rtl="0" algn="ctr">
              <a:lnSpc>
                <a:spcPct val="115000"/>
              </a:lnSpc>
              <a:spcBef>
                <a:spcPts val="0"/>
              </a:spcBef>
              <a:spcAft>
                <a:spcPts val="0"/>
              </a:spcAft>
              <a:buSzPts val="2800"/>
              <a:buNone/>
              <a:defRPr sz="2800"/>
            </a:lvl7pPr>
            <a:lvl8pPr lvl="7" rtl="0" algn="ctr">
              <a:lnSpc>
                <a:spcPct val="115000"/>
              </a:lnSpc>
              <a:spcBef>
                <a:spcPts val="0"/>
              </a:spcBef>
              <a:spcAft>
                <a:spcPts val="0"/>
              </a:spcAft>
              <a:buSzPts val="2800"/>
              <a:buNone/>
              <a:defRPr sz="2800"/>
            </a:lvl8pPr>
            <a:lvl9pPr lvl="8" rtl="0" algn="ctr">
              <a:lnSpc>
                <a:spcPct val="115000"/>
              </a:lnSpc>
              <a:spcBef>
                <a:spcPts val="0"/>
              </a:spcBef>
              <a:spcAft>
                <a:spcPts val="0"/>
              </a:spcAft>
              <a:buSzPts val="2800"/>
              <a:buNone/>
              <a:defRPr sz="2800"/>
            </a:lvl9pPr>
          </a:lstStyle>
          <a:p/>
        </p:txBody>
      </p:sp>
      <p:sp>
        <p:nvSpPr>
          <p:cNvPr id="23" name="Google Shape;23;p5"/>
          <p:cNvSpPr txBox="1"/>
          <p:nvPr>
            <p:ph idx="3" type="subTitle"/>
          </p:nvPr>
        </p:nvSpPr>
        <p:spPr>
          <a:xfrm>
            <a:off x="1947450" y="1923050"/>
            <a:ext cx="5249100" cy="369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000">
                <a:solidFill>
                  <a:schemeClr val="dk2"/>
                </a:solidFill>
                <a:latin typeface="DM Sans"/>
                <a:ea typeface="DM Sans"/>
                <a:cs typeface="DM Sans"/>
                <a:sym typeface="DM Sa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4" name="Google Shape;24;p5"/>
          <p:cNvSpPr txBox="1"/>
          <p:nvPr>
            <p:ph idx="4" type="subTitle"/>
          </p:nvPr>
        </p:nvSpPr>
        <p:spPr>
          <a:xfrm>
            <a:off x="1947450" y="3325438"/>
            <a:ext cx="5249100" cy="369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000">
                <a:solidFill>
                  <a:schemeClr val="dk2"/>
                </a:solidFill>
                <a:latin typeface="DM Sans"/>
                <a:ea typeface="DM Sans"/>
                <a:cs typeface="DM Sans"/>
                <a:sym typeface="DM Sa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5" name="Google Shape;25;p5"/>
          <p:cNvSpPr/>
          <p:nvPr/>
        </p:nvSpPr>
        <p:spPr>
          <a:xfrm rot="5400000">
            <a:off x="4491950" y="430050"/>
            <a:ext cx="222900" cy="8969700"/>
          </a:xfrm>
          <a:prstGeom prst="roundRect">
            <a:avLst>
              <a:gd fmla="val 50000" name="adj"/>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unnel Sans"/>
              <a:ea typeface="Funnel Sans"/>
              <a:cs typeface="Funnel Sans"/>
              <a:sym typeface="Funnel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720000" y="4586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700"/>
              <a:buNone/>
              <a:defRPr/>
            </a:lvl1pPr>
            <a:lvl2pPr lvl="1" rtl="0" algn="ctr">
              <a:spcBef>
                <a:spcPts val="0"/>
              </a:spcBef>
              <a:spcAft>
                <a:spcPts val="0"/>
              </a:spcAft>
              <a:buSzPts val="2700"/>
              <a:buNone/>
              <a:defRPr/>
            </a:lvl2pPr>
            <a:lvl3pPr lvl="2" rtl="0" algn="ctr">
              <a:spcBef>
                <a:spcPts val="0"/>
              </a:spcBef>
              <a:spcAft>
                <a:spcPts val="0"/>
              </a:spcAft>
              <a:buSzPts val="2700"/>
              <a:buNone/>
              <a:defRPr/>
            </a:lvl3pPr>
            <a:lvl4pPr lvl="3" rtl="0" algn="ctr">
              <a:spcBef>
                <a:spcPts val="0"/>
              </a:spcBef>
              <a:spcAft>
                <a:spcPts val="0"/>
              </a:spcAft>
              <a:buSzPts val="2700"/>
              <a:buNone/>
              <a:defRPr/>
            </a:lvl4pPr>
            <a:lvl5pPr lvl="4" rtl="0" algn="ctr">
              <a:spcBef>
                <a:spcPts val="0"/>
              </a:spcBef>
              <a:spcAft>
                <a:spcPts val="0"/>
              </a:spcAft>
              <a:buSzPts val="2700"/>
              <a:buNone/>
              <a:defRPr/>
            </a:lvl5pPr>
            <a:lvl6pPr lvl="5" rtl="0" algn="ctr">
              <a:spcBef>
                <a:spcPts val="0"/>
              </a:spcBef>
              <a:spcAft>
                <a:spcPts val="0"/>
              </a:spcAft>
              <a:buSzPts val="2700"/>
              <a:buNone/>
              <a:defRPr/>
            </a:lvl6pPr>
            <a:lvl7pPr lvl="6" rtl="0" algn="ctr">
              <a:spcBef>
                <a:spcPts val="0"/>
              </a:spcBef>
              <a:spcAft>
                <a:spcPts val="0"/>
              </a:spcAft>
              <a:buSzPts val="2700"/>
              <a:buNone/>
              <a:defRPr/>
            </a:lvl7pPr>
            <a:lvl8pPr lvl="7" rtl="0" algn="ctr">
              <a:spcBef>
                <a:spcPts val="0"/>
              </a:spcBef>
              <a:spcAft>
                <a:spcPts val="0"/>
              </a:spcAft>
              <a:buSzPts val="2700"/>
              <a:buNone/>
              <a:defRPr/>
            </a:lvl8pPr>
            <a:lvl9pPr lvl="8" rtl="0" algn="ctr">
              <a:spcBef>
                <a:spcPts val="0"/>
              </a:spcBef>
              <a:spcAft>
                <a:spcPts val="0"/>
              </a:spcAft>
              <a:buSzPts val="2700"/>
              <a:buNone/>
              <a:defRPr/>
            </a:lvl9pPr>
          </a:lstStyle>
          <a:p/>
        </p:txBody>
      </p:sp>
      <p:sp>
        <p:nvSpPr>
          <p:cNvPr id="28" name="Google Shape;28;p6"/>
          <p:cNvSpPr/>
          <p:nvPr/>
        </p:nvSpPr>
        <p:spPr>
          <a:xfrm>
            <a:off x="135900" y="132425"/>
            <a:ext cx="8872200" cy="4952700"/>
          </a:xfrm>
          <a:prstGeom prst="roundRect">
            <a:avLst>
              <a:gd fmla="val 5521"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unnel Sans"/>
              <a:ea typeface="Funnel Sans"/>
              <a:cs typeface="Funnel Sans"/>
              <a:sym typeface="Funnel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p:nvPr/>
        </p:nvSpPr>
        <p:spPr>
          <a:xfrm>
            <a:off x="118400" y="146350"/>
            <a:ext cx="8907600" cy="11919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unnel Sans"/>
              <a:ea typeface="Funnel Sans"/>
              <a:cs typeface="Funnel Sans"/>
              <a:sym typeface="Funnel Sans"/>
            </a:endParaRPr>
          </a:p>
        </p:txBody>
      </p:sp>
      <p:sp>
        <p:nvSpPr>
          <p:cNvPr id="31" name="Google Shape;31;p7"/>
          <p:cNvSpPr txBox="1"/>
          <p:nvPr>
            <p:ph idx="1" type="subTitle"/>
          </p:nvPr>
        </p:nvSpPr>
        <p:spPr>
          <a:xfrm>
            <a:off x="2596450" y="1730325"/>
            <a:ext cx="3951000" cy="1211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AutoNum type="arabicPeriod"/>
              <a:defRPr sz="1400"/>
            </a:lvl1pPr>
            <a:lvl2pPr lvl="1" rtl="0" algn="ctr">
              <a:lnSpc>
                <a:spcPct val="115000"/>
              </a:lnSpc>
              <a:spcBef>
                <a:spcPts val="0"/>
              </a:spcBef>
              <a:spcAft>
                <a:spcPts val="0"/>
              </a:spcAft>
              <a:buClr>
                <a:srgbClr val="999999"/>
              </a:buClr>
              <a:buSzPts val="800"/>
              <a:buFont typeface="Open Sans"/>
              <a:buAutoNum type="alphaLcPeriod"/>
              <a:defRPr/>
            </a:lvl2pPr>
            <a:lvl3pPr lvl="2" rtl="0" algn="ctr">
              <a:lnSpc>
                <a:spcPct val="115000"/>
              </a:lnSpc>
              <a:spcBef>
                <a:spcPts val="0"/>
              </a:spcBef>
              <a:spcAft>
                <a:spcPts val="0"/>
              </a:spcAft>
              <a:buClr>
                <a:srgbClr val="999999"/>
              </a:buClr>
              <a:buSzPts val="800"/>
              <a:buFont typeface="Open Sans"/>
              <a:buAutoNum type="romanLcPeriod"/>
              <a:defRPr/>
            </a:lvl3pPr>
            <a:lvl4pPr lvl="3" rtl="0" algn="ctr">
              <a:lnSpc>
                <a:spcPct val="115000"/>
              </a:lnSpc>
              <a:spcBef>
                <a:spcPts val="0"/>
              </a:spcBef>
              <a:spcAft>
                <a:spcPts val="0"/>
              </a:spcAft>
              <a:buClr>
                <a:srgbClr val="999999"/>
              </a:buClr>
              <a:buSzPts val="800"/>
              <a:buFont typeface="Open Sans"/>
              <a:buAutoNum type="arabicPeriod"/>
              <a:defRPr/>
            </a:lvl4pPr>
            <a:lvl5pPr lvl="4" rtl="0" algn="ctr">
              <a:lnSpc>
                <a:spcPct val="115000"/>
              </a:lnSpc>
              <a:spcBef>
                <a:spcPts val="0"/>
              </a:spcBef>
              <a:spcAft>
                <a:spcPts val="0"/>
              </a:spcAft>
              <a:buClr>
                <a:srgbClr val="999999"/>
              </a:buClr>
              <a:buSzPts val="1200"/>
              <a:buFont typeface="Open Sans"/>
              <a:buAutoNum type="alphaLcPeriod"/>
              <a:defRPr/>
            </a:lvl5pPr>
            <a:lvl6pPr lvl="5" rtl="0" algn="ctr">
              <a:lnSpc>
                <a:spcPct val="115000"/>
              </a:lnSpc>
              <a:spcBef>
                <a:spcPts val="0"/>
              </a:spcBef>
              <a:spcAft>
                <a:spcPts val="0"/>
              </a:spcAft>
              <a:buClr>
                <a:srgbClr val="999999"/>
              </a:buClr>
              <a:buSzPts val="1200"/>
              <a:buFont typeface="Open Sans"/>
              <a:buAutoNum type="romanLcPeriod"/>
              <a:defRPr/>
            </a:lvl6pPr>
            <a:lvl7pPr lvl="6" rtl="0" algn="ctr">
              <a:lnSpc>
                <a:spcPct val="115000"/>
              </a:lnSpc>
              <a:spcBef>
                <a:spcPts val="0"/>
              </a:spcBef>
              <a:spcAft>
                <a:spcPts val="0"/>
              </a:spcAft>
              <a:buClr>
                <a:srgbClr val="999999"/>
              </a:buClr>
              <a:buSzPts val="700"/>
              <a:buFont typeface="Open Sans"/>
              <a:buAutoNum type="arabicPeriod"/>
              <a:defRPr/>
            </a:lvl7pPr>
            <a:lvl8pPr lvl="7" rtl="0" algn="ctr">
              <a:lnSpc>
                <a:spcPct val="115000"/>
              </a:lnSpc>
              <a:spcBef>
                <a:spcPts val="0"/>
              </a:spcBef>
              <a:spcAft>
                <a:spcPts val="0"/>
              </a:spcAft>
              <a:buClr>
                <a:srgbClr val="999999"/>
              </a:buClr>
              <a:buSzPts val="700"/>
              <a:buFont typeface="Open Sans"/>
              <a:buAutoNum type="alphaLcPeriod"/>
              <a:defRPr/>
            </a:lvl8pPr>
            <a:lvl9pPr lvl="8" rtl="0" algn="ctr">
              <a:lnSpc>
                <a:spcPct val="115000"/>
              </a:lnSpc>
              <a:spcBef>
                <a:spcPts val="0"/>
              </a:spcBef>
              <a:spcAft>
                <a:spcPts val="0"/>
              </a:spcAft>
              <a:buClr>
                <a:srgbClr val="999999"/>
              </a:buClr>
              <a:buSzPts val="600"/>
              <a:buFont typeface="Open Sans"/>
              <a:buAutoNum type="romanLcPeriod"/>
              <a:defRPr/>
            </a:lvl9pPr>
          </a:lstStyle>
          <a:p/>
        </p:txBody>
      </p:sp>
      <p:sp>
        <p:nvSpPr>
          <p:cNvPr id="32" name="Google Shape;32;p7"/>
          <p:cNvSpPr txBox="1"/>
          <p:nvPr>
            <p:ph type="title"/>
          </p:nvPr>
        </p:nvSpPr>
        <p:spPr>
          <a:xfrm>
            <a:off x="720000" y="458592"/>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700"/>
              <a:buNone/>
              <a:defRPr/>
            </a:lvl1pPr>
            <a:lvl2pPr lvl="1" rtl="0" algn="ctr">
              <a:spcBef>
                <a:spcPts val="0"/>
              </a:spcBef>
              <a:spcAft>
                <a:spcPts val="0"/>
              </a:spcAft>
              <a:buSzPts val="2700"/>
              <a:buNone/>
              <a:defRPr/>
            </a:lvl2pPr>
            <a:lvl3pPr lvl="2" rtl="0" algn="ctr">
              <a:spcBef>
                <a:spcPts val="0"/>
              </a:spcBef>
              <a:spcAft>
                <a:spcPts val="0"/>
              </a:spcAft>
              <a:buSzPts val="2700"/>
              <a:buNone/>
              <a:defRPr/>
            </a:lvl3pPr>
            <a:lvl4pPr lvl="3" rtl="0" algn="ctr">
              <a:spcBef>
                <a:spcPts val="0"/>
              </a:spcBef>
              <a:spcAft>
                <a:spcPts val="0"/>
              </a:spcAft>
              <a:buSzPts val="2700"/>
              <a:buNone/>
              <a:defRPr/>
            </a:lvl4pPr>
            <a:lvl5pPr lvl="4" rtl="0" algn="ctr">
              <a:spcBef>
                <a:spcPts val="0"/>
              </a:spcBef>
              <a:spcAft>
                <a:spcPts val="0"/>
              </a:spcAft>
              <a:buSzPts val="2700"/>
              <a:buNone/>
              <a:defRPr/>
            </a:lvl5pPr>
            <a:lvl6pPr lvl="5" rtl="0" algn="ctr">
              <a:spcBef>
                <a:spcPts val="0"/>
              </a:spcBef>
              <a:spcAft>
                <a:spcPts val="0"/>
              </a:spcAft>
              <a:buSzPts val="2700"/>
              <a:buNone/>
              <a:defRPr/>
            </a:lvl6pPr>
            <a:lvl7pPr lvl="6" rtl="0" algn="ctr">
              <a:spcBef>
                <a:spcPts val="0"/>
              </a:spcBef>
              <a:spcAft>
                <a:spcPts val="0"/>
              </a:spcAft>
              <a:buSzPts val="2700"/>
              <a:buNone/>
              <a:defRPr/>
            </a:lvl7pPr>
            <a:lvl8pPr lvl="7" rtl="0" algn="ctr">
              <a:spcBef>
                <a:spcPts val="0"/>
              </a:spcBef>
              <a:spcAft>
                <a:spcPts val="0"/>
              </a:spcAft>
              <a:buSzPts val="2700"/>
              <a:buNone/>
              <a:defRPr/>
            </a:lvl8pPr>
            <a:lvl9pPr lvl="8" rtl="0" algn="ctr">
              <a:spcBef>
                <a:spcPts val="0"/>
              </a:spcBef>
              <a:spcAft>
                <a:spcPts val="0"/>
              </a:spcAft>
              <a:buSzPts val="27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8"/>
          <p:cNvSpPr txBox="1"/>
          <p:nvPr>
            <p:ph type="title"/>
          </p:nvPr>
        </p:nvSpPr>
        <p:spPr>
          <a:xfrm>
            <a:off x="1133425" y="1896325"/>
            <a:ext cx="6877200" cy="12054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txBox="1"/>
          <p:nvPr>
            <p:ph type="title"/>
          </p:nvPr>
        </p:nvSpPr>
        <p:spPr>
          <a:xfrm>
            <a:off x="228600" y="601950"/>
            <a:ext cx="4728600" cy="1403400"/>
          </a:xfrm>
          <a:prstGeom prst="rect">
            <a:avLst/>
          </a:prstGeom>
        </p:spPr>
        <p:txBody>
          <a:bodyPr anchorCtr="0" anchor="b" bIns="91425" lIns="91425" spcFirstLastPara="1" rIns="91425" wrap="square" tIns="91425">
            <a:noAutofit/>
          </a:bodyPr>
          <a:lstStyle>
            <a:lvl1pPr lvl="0" rtl="0">
              <a:spcBef>
                <a:spcPts val="0"/>
              </a:spcBef>
              <a:spcAft>
                <a:spcPts val="0"/>
              </a:spcAft>
              <a:buSzPts val="2700"/>
              <a:buNone/>
              <a:defRPr/>
            </a:lvl1pPr>
            <a:lvl2pPr lvl="1" rtl="0">
              <a:spcBef>
                <a:spcPts val="0"/>
              </a:spcBef>
              <a:spcAft>
                <a:spcPts val="0"/>
              </a:spcAft>
              <a:buSzPts val="2700"/>
              <a:buNone/>
              <a:defRPr/>
            </a:lvl2pPr>
            <a:lvl3pPr lvl="2" rtl="0">
              <a:spcBef>
                <a:spcPts val="0"/>
              </a:spcBef>
              <a:spcAft>
                <a:spcPts val="0"/>
              </a:spcAft>
              <a:buSzPts val="2700"/>
              <a:buNone/>
              <a:defRPr/>
            </a:lvl3pPr>
            <a:lvl4pPr lvl="3" rtl="0">
              <a:spcBef>
                <a:spcPts val="0"/>
              </a:spcBef>
              <a:spcAft>
                <a:spcPts val="0"/>
              </a:spcAft>
              <a:buSzPts val="2700"/>
              <a:buNone/>
              <a:defRPr/>
            </a:lvl4pPr>
            <a:lvl5pPr lvl="4" rtl="0">
              <a:spcBef>
                <a:spcPts val="0"/>
              </a:spcBef>
              <a:spcAft>
                <a:spcPts val="0"/>
              </a:spcAft>
              <a:buSzPts val="2700"/>
              <a:buNone/>
              <a:defRPr/>
            </a:lvl5pPr>
            <a:lvl6pPr lvl="5" rtl="0">
              <a:spcBef>
                <a:spcPts val="0"/>
              </a:spcBef>
              <a:spcAft>
                <a:spcPts val="0"/>
              </a:spcAft>
              <a:buSzPts val="2700"/>
              <a:buNone/>
              <a:defRPr/>
            </a:lvl6pPr>
            <a:lvl7pPr lvl="6" rtl="0">
              <a:spcBef>
                <a:spcPts val="0"/>
              </a:spcBef>
              <a:spcAft>
                <a:spcPts val="0"/>
              </a:spcAft>
              <a:buSzPts val="2700"/>
              <a:buNone/>
              <a:defRPr/>
            </a:lvl7pPr>
            <a:lvl8pPr lvl="7" rtl="0">
              <a:spcBef>
                <a:spcPts val="0"/>
              </a:spcBef>
              <a:spcAft>
                <a:spcPts val="0"/>
              </a:spcAft>
              <a:buSzPts val="2700"/>
              <a:buNone/>
              <a:defRPr/>
            </a:lvl8pPr>
            <a:lvl9pPr lvl="8" rtl="0">
              <a:spcBef>
                <a:spcPts val="0"/>
              </a:spcBef>
              <a:spcAft>
                <a:spcPts val="0"/>
              </a:spcAft>
              <a:buSzPts val="2700"/>
              <a:buNone/>
              <a:defRPr/>
            </a:lvl9pPr>
          </a:lstStyle>
          <a:p/>
        </p:txBody>
      </p:sp>
      <p:sp>
        <p:nvSpPr>
          <p:cNvPr id="37" name="Google Shape;37;p9"/>
          <p:cNvSpPr txBox="1"/>
          <p:nvPr>
            <p:ph idx="1" type="subTitle"/>
          </p:nvPr>
        </p:nvSpPr>
        <p:spPr>
          <a:xfrm>
            <a:off x="228600" y="2313850"/>
            <a:ext cx="4033800" cy="20973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Clr>
                <a:srgbClr val="999999"/>
              </a:buClr>
              <a:buSzPts val="800"/>
              <a:buFont typeface="Open Sans"/>
              <a:buChar char="●"/>
              <a:defRPr/>
            </a:lvl1pPr>
            <a:lvl2pPr lvl="1" rtl="0" algn="ctr">
              <a:lnSpc>
                <a:spcPct val="115000"/>
              </a:lnSpc>
              <a:spcBef>
                <a:spcPts val="0"/>
              </a:spcBef>
              <a:spcAft>
                <a:spcPts val="0"/>
              </a:spcAft>
              <a:buClr>
                <a:srgbClr val="999999"/>
              </a:buClr>
              <a:buSzPts val="800"/>
              <a:buFont typeface="Open Sans"/>
              <a:buChar char="○"/>
              <a:defRPr/>
            </a:lvl2pPr>
            <a:lvl3pPr lvl="2" rtl="0" algn="ctr">
              <a:lnSpc>
                <a:spcPct val="115000"/>
              </a:lnSpc>
              <a:spcBef>
                <a:spcPts val="0"/>
              </a:spcBef>
              <a:spcAft>
                <a:spcPts val="0"/>
              </a:spcAft>
              <a:buClr>
                <a:srgbClr val="999999"/>
              </a:buClr>
              <a:buSzPts val="800"/>
              <a:buFont typeface="Open Sans"/>
              <a:buChar char="■"/>
              <a:defRPr/>
            </a:lvl3pPr>
            <a:lvl4pPr lvl="3" rtl="0" algn="ctr">
              <a:lnSpc>
                <a:spcPct val="115000"/>
              </a:lnSpc>
              <a:spcBef>
                <a:spcPts val="0"/>
              </a:spcBef>
              <a:spcAft>
                <a:spcPts val="0"/>
              </a:spcAft>
              <a:buClr>
                <a:srgbClr val="999999"/>
              </a:buClr>
              <a:buSzPts val="800"/>
              <a:buFont typeface="Open Sans"/>
              <a:buChar char="●"/>
              <a:defRPr/>
            </a:lvl4pPr>
            <a:lvl5pPr lvl="4" rtl="0" algn="ctr">
              <a:lnSpc>
                <a:spcPct val="115000"/>
              </a:lnSpc>
              <a:spcBef>
                <a:spcPts val="0"/>
              </a:spcBef>
              <a:spcAft>
                <a:spcPts val="0"/>
              </a:spcAft>
              <a:buClr>
                <a:srgbClr val="999999"/>
              </a:buClr>
              <a:buSzPts val="1200"/>
              <a:buFont typeface="Open Sans"/>
              <a:buChar char="○"/>
              <a:defRPr/>
            </a:lvl5pPr>
            <a:lvl6pPr lvl="5" rtl="0" algn="ctr">
              <a:lnSpc>
                <a:spcPct val="115000"/>
              </a:lnSpc>
              <a:spcBef>
                <a:spcPts val="0"/>
              </a:spcBef>
              <a:spcAft>
                <a:spcPts val="0"/>
              </a:spcAft>
              <a:buClr>
                <a:srgbClr val="999999"/>
              </a:buClr>
              <a:buSzPts val="1200"/>
              <a:buFont typeface="Open Sans"/>
              <a:buChar char="■"/>
              <a:defRPr/>
            </a:lvl6pPr>
            <a:lvl7pPr lvl="6" rtl="0" algn="ctr">
              <a:lnSpc>
                <a:spcPct val="115000"/>
              </a:lnSpc>
              <a:spcBef>
                <a:spcPts val="0"/>
              </a:spcBef>
              <a:spcAft>
                <a:spcPts val="0"/>
              </a:spcAft>
              <a:buClr>
                <a:srgbClr val="999999"/>
              </a:buClr>
              <a:buSzPts val="700"/>
              <a:buFont typeface="Open Sans"/>
              <a:buChar char="●"/>
              <a:defRPr/>
            </a:lvl7pPr>
            <a:lvl8pPr lvl="7" rtl="0" algn="ctr">
              <a:lnSpc>
                <a:spcPct val="115000"/>
              </a:lnSpc>
              <a:spcBef>
                <a:spcPts val="0"/>
              </a:spcBef>
              <a:spcAft>
                <a:spcPts val="0"/>
              </a:spcAft>
              <a:buClr>
                <a:srgbClr val="999999"/>
              </a:buClr>
              <a:buSzPts val="700"/>
              <a:buFont typeface="Open Sans"/>
              <a:buChar char="○"/>
              <a:defRPr/>
            </a:lvl8pPr>
            <a:lvl9pPr lvl="8" rtl="0" algn="ctr">
              <a:lnSpc>
                <a:spcPct val="115000"/>
              </a:lnSpc>
              <a:spcBef>
                <a:spcPts val="0"/>
              </a:spcBef>
              <a:spcAft>
                <a:spcPts val="0"/>
              </a:spcAft>
              <a:buClr>
                <a:srgbClr val="999999"/>
              </a:buClr>
              <a:buSzPts val="600"/>
              <a:buFont typeface="Open Sans"/>
              <a:buChar char="■"/>
              <a:defRPr/>
            </a:lvl9pPr>
          </a:lstStyle>
          <a:p/>
        </p:txBody>
      </p:sp>
      <p:sp>
        <p:nvSpPr>
          <p:cNvPr id="38" name="Google Shape;38;p9"/>
          <p:cNvSpPr/>
          <p:nvPr>
            <p:ph idx="2" type="pic"/>
          </p:nvPr>
        </p:nvSpPr>
        <p:spPr>
          <a:xfrm>
            <a:off x="5659251" y="0"/>
            <a:ext cx="3484800" cy="5143500"/>
          </a:xfrm>
          <a:prstGeom prst="rect">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9" name="Shape 39"/>
        <p:cNvGrpSpPr/>
        <p:nvPr/>
      </p:nvGrpSpPr>
      <p:grpSpPr>
        <a:xfrm>
          <a:off x="0" y="0"/>
          <a:ext cx="0" cy="0"/>
          <a:chOff x="0" y="0"/>
          <a:chExt cx="0" cy="0"/>
        </a:xfrm>
      </p:grpSpPr>
      <p:sp>
        <p:nvSpPr>
          <p:cNvPr id="40" name="Google Shape;40;p10"/>
          <p:cNvSpPr/>
          <p:nvPr>
            <p:ph idx="2" type="pic"/>
          </p:nvPr>
        </p:nvSpPr>
        <p:spPr>
          <a:xfrm>
            <a:off x="0" y="0"/>
            <a:ext cx="9144000" cy="5143500"/>
          </a:xfrm>
          <a:prstGeom prst="rect">
            <a:avLst/>
          </a:prstGeom>
          <a:noFill/>
          <a:ln>
            <a:noFill/>
          </a:ln>
        </p:spPr>
      </p:sp>
      <p:sp>
        <p:nvSpPr>
          <p:cNvPr id="41" name="Google Shape;41;p10"/>
          <p:cNvSpPr txBox="1"/>
          <p:nvPr>
            <p:ph type="title"/>
          </p:nvPr>
        </p:nvSpPr>
        <p:spPr>
          <a:xfrm>
            <a:off x="1390200" y="3955825"/>
            <a:ext cx="6363600" cy="572700"/>
          </a:xfrm>
          <a:prstGeom prst="rect">
            <a:avLst/>
          </a:prstGeom>
          <a:solidFill>
            <a:schemeClr val="lt1"/>
          </a:solidFill>
        </p:spPr>
        <p:txBody>
          <a:bodyPr anchorCtr="0" anchor="ctr" bIns="91425" lIns="91425" spcFirstLastPara="1" rIns="91425" wrap="square" tIns="91425">
            <a:noAutofit/>
          </a:bodyPr>
          <a:lstStyle>
            <a:lvl1pPr lvl="0" rtl="0" algn="ctr">
              <a:spcBef>
                <a:spcPts val="0"/>
              </a:spcBef>
              <a:spcAft>
                <a:spcPts val="0"/>
              </a:spcAft>
              <a:buSzPts val="2700"/>
              <a:buNone/>
              <a:defRPr sz="2000"/>
            </a:lvl1pPr>
            <a:lvl2pPr lvl="1" rtl="0" algn="ctr">
              <a:spcBef>
                <a:spcPts val="0"/>
              </a:spcBef>
              <a:spcAft>
                <a:spcPts val="0"/>
              </a:spcAft>
              <a:buSzPts val="2700"/>
              <a:buNone/>
              <a:defRPr/>
            </a:lvl2pPr>
            <a:lvl3pPr lvl="2" rtl="0" algn="ctr">
              <a:spcBef>
                <a:spcPts val="0"/>
              </a:spcBef>
              <a:spcAft>
                <a:spcPts val="0"/>
              </a:spcAft>
              <a:buSzPts val="2700"/>
              <a:buNone/>
              <a:defRPr/>
            </a:lvl3pPr>
            <a:lvl4pPr lvl="3" rtl="0" algn="ctr">
              <a:spcBef>
                <a:spcPts val="0"/>
              </a:spcBef>
              <a:spcAft>
                <a:spcPts val="0"/>
              </a:spcAft>
              <a:buSzPts val="2700"/>
              <a:buNone/>
              <a:defRPr/>
            </a:lvl4pPr>
            <a:lvl5pPr lvl="4" rtl="0" algn="ctr">
              <a:spcBef>
                <a:spcPts val="0"/>
              </a:spcBef>
              <a:spcAft>
                <a:spcPts val="0"/>
              </a:spcAft>
              <a:buSzPts val="2700"/>
              <a:buNone/>
              <a:defRPr/>
            </a:lvl5pPr>
            <a:lvl6pPr lvl="5" rtl="0" algn="ctr">
              <a:spcBef>
                <a:spcPts val="0"/>
              </a:spcBef>
              <a:spcAft>
                <a:spcPts val="0"/>
              </a:spcAft>
              <a:buSzPts val="2700"/>
              <a:buNone/>
              <a:defRPr/>
            </a:lvl6pPr>
            <a:lvl7pPr lvl="6" rtl="0" algn="ctr">
              <a:spcBef>
                <a:spcPts val="0"/>
              </a:spcBef>
              <a:spcAft>
                <a:spcPts val="0"/>
              </a:spcAft>
              <a:buSzPts val="2700"/>
              <a:buNone/>
              <a:defRPr/>
            </a:lvl7pPr>
            <a:lvl8pPr lvl="7" rtl="0" algn="ctr">
              <a:spcBef>
                <a:spcPts val="0"/>
              </a:spcBef>
              <a:spcAft>
                <a:spcPts val="0"/>
              </a:spcAft>
              <a:buSzPts val="2700"/>
              <a:buNone/>
              <a:defRPr/>
            </a:lvl8pPr>
            <a:lvl9pPr lvl="8" rtl="0" algn="ctr">
              <a:spcBef>
                <a:spcPts val="0"/>
              </a:spcBef>
              <a:spcAft>
                <a:spcPts val="0"/>
              </a:spcAft>
              <a:buSzPts val="27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2" name="Shape 42"/>
        <p:cNvGrpSpPr/>
        <p:nvPr/>
      </p:nvGrpSpPr>
      <p:grpSpPr>
        <a:xfrm>
          <a:off x="0" y="0"/>
          <a:ext cx="0" cy="0"/>
          <a:chOff x="0" y="0"/>
          <a:chExt cx="0" cy="0"/>
        </a:xfrm>
      </p:grpSpPr>
      <p:sp>
        <p:nvSpPr>
          <p:cNvPr id="43" name="Google Shape;43;p11"/>
          <p:cNvSpPr txBox="1"/>
          <p:nvPr>
            <p:ph hasCustomPrompt="1" type="title"/>
          </p:nvPr>
        </p:nvSpPr>
        <p:spPr>
          <a:xfrm>
            <a:off x="1284000" y="1555613"/>
            <a:ext cx="6576000" cy="13602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solidFill>
                  <a:schemeClr val="accen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4" name="Google Shape;44;p11"/>
          <p:cNvSpPr txBox="1"/>
          <p:nvPr>
            <p:ph idx="1" type="subTitle"/>
          </p:nvPr>
        </p:nvSpPr>
        <p:spPr>
          <a:xfrm>
            <a:off x="1284000" y="3090788"/>
            <a:ext cx="6576000" cy="4971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45" name="Shape 4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46" name="Shape 46"/>
        <p:cNvGrpSpPr/>
        <p:nvPr/>
      </p:nvGrpSpPr>
      <p:grpSpPr>
        <a:xfrm>
          <a:off x="0" y="0"/>
          <a:ext cx="0" cy="0"/>
          <a:chOff x="0" y="0"/>
          <a:chExt cx="0" cy="0"/>
        </a:xfrm>
      </p:grpSpPr>
      <p:sp>
        <p:nvSpPr>
          <p:cNvPr id="47" name="Google Shape;47;p13"/>
          <p:cNvSpPr/>
          <p:nvPr/>
        </p:nvSpPr>
        <p:spPr>
          <a:xfrm>
            <a:off x="228600" y="135900"/>
            <a:ext cx="3500100" cy="4871700"/>
          </a:xfrm>
          <a:prstGeom prst="roundRect">
            <a:avLst>
              <a:gd fmla="val 840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unnel Sans"/>
              <a:ea typeface="Funnel Sans"/>
              <a:cs typeface="Funnel Sans"/>
              <a:sym typeface="Funnel Sans"/>
            </a:endParaRPr>
          </a:p>
        </p:txBody>
      </p:sp>
      <p:sp>
        <p:nvSpPr>
          <p:cNvPr id="48" name="Google Shape;48;p13"/>
          <p:cNvSpPr/>
          <p:nvPr/>
        </p:nvSpPr>
        <p:spPr>
          <a:xfrm>
            <a:off x="383325" y="379050"/>
            <a:ext cx="3192000" cy="271800"/>
          </a:xfrm>
          <a:prstGeom prst="roundRect">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unnel Sans"/>
              <a:ea typeface="Funnel Sans"/>
              <a:cs typeface="Funnel Sans"/>
              <a:sym typeface="Funnel Sans"/>
            </a:endParaRPr>
          </a:p>
        </p:txBody>
      </p:sp>
      <p:sp>
        <p:nvSpPr>
          <p:cNvPr id="49" name="Google Shape;49;p13"/>
          <p:cNvSpPr txBox="1"/>
          <p:nvPr>
            <p:ph type="title"/>
          </p:nvPr>
        </p:nvSpPr>
        <p:spPr>
          <a:xfrm>
            <a:off x="3979600" y="228600"/>
            <a:ext cx="4444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700"/>
              <a:buNone/>
              <a:defRPr/>
            </a:lvl1pPr>
            <a:lvl2pPr lvl="1" rtl="0" algn="ctr">
              <a:spcBef>
                <a:spcPts val="0"/>
              </a:spcBef>
              <a:spcAft>
                <a:spcPts val="0"/>
              </a:spcAft>
              <a:buSzPts val="2700"/>
              <a:buNone/>
              <a:defRPr/>
            </a:lvl2pPr>
            <a:lvl3pPr lvl="2" rtl="0" algn="ctr">
              <a:spcBef>
                <a:spcPts val="0"/>
              </a:spcBef>
              <a:spcAft>
                <a:spcPts val="0"/>
              </a:spcAft>
              <a:buSzPts val="2700"/>
              <a:buNone/>
              <a:defRPr/>
            </a:lvl3pPr>
            <a:lvl4pPr lvl="3" rtl="0" algn="ctr">
              <a:spcBef>
                <a:spcPts val="0"/>
              </a:spcBef>
              <a:spcAft>
                <a:spcPts val="0"/>
              </a:spcAft>
              <a:buSzPts val="2700"/>
              <a:buNone/>
              <a:defRPr/>
            </a:lvl4pPr>
            <a:lvl5pPr lvl="4" rtl="0" algn="ctr">
              <a:spcBef>
                <a:spcPts val="0"/>
              </a:spcBef>
              <a:spcAft>
                <a:spcPts val="0"/>
              </a:spcAft>
              <a:buSzPts val="2700"/>
              <a:buNone/>
              <a:defRPr/>
            </a:lvl5pPr>
            <a:lvl6pPr lvl="5" rtl="0" algn="ctr">
              <a:spcBef>
                <a:spcPts val="0"/>
              </a:spcBef>
              <a:spcAft>
                <a:spcPts val="0"/>
              </a:spcAft>
              <a:buSzPts val="2700"/>
              <a:buNone/>
              <a:defRPr/>
            </a:lvl6pPr>
            <a:lvl7pPr lvl="6" rtl="0" algn="ctr">
              <a:spcBef>
                <a:spcPts val="0"/>
              </a:spcBef>
              <a:spcAft>
                <a:spcPts val="0"/>
              </a:spcAft>
              <a:buSzPts val="2700"/>
              <a:buNone/>
              <a:defRPr/>
            </a:lvl7pPr>
            <a:lvl8pPr lvl="7" rtl="0" algn="ctr">
              <a:spcBef>
                <a:spcPts val="0"/>
              </a:spcBef>
              <a:spcAft>
                <a:spcPts val="0"/>
              </a:spcAft>
              <a:buSzPts val="2700"/>
              <a:buNone/>
              <a:defRPr/>
            </a:lvl8pPr>
            <a:lvl9pPr lvl="8" rtl="0" algn="ctr">
              <a:spcBef>
                <a:spcPts val="0"/>
              </a:spcBef>
              <a:spcAft>
                <a:spcPts val="0"/>
              </a:spcAft>
              <a:buSzPts val="2700"/>
              <a:buNone/>
              <a:defRPr/>
            </a:lvl9pPr>
          </a:lstStyle>
          <a:p/>
        </p:txBody>
      </p:sp>
      <p:sp>
        <p:nvSpPr>
          <p:cNvPr id="50" name="Google Shape;50;p13"/>
          <p:cNvSpPr txBox="1"/>
          <p:nvPr>
            <p:ph idx="1" type="subTitle"/>
          </p:nvPr>
        </p:nvSpPr>
        <p:spPr>
          <a:xfrm>
            <a:off x="731400" y="921000"/>
            <a:ext cx="2892900" cy="446100"/>
          </a:xfrm>
          <a:prstGeom prst="rect">
            <a:avLst/>
          </a:prstGeom>
        </p:spPr>
        <p:txBody>
          <a:bodyPr anchorCtr="0" anchor="ctr" bIns="91425" lIns="91425" spcFirstLastPara="1" rIns="91425" wrap="square" tIns="91425">
            <a:noAutofit/>
          </a:bodyPr>
          <a:lstStyle>
            <a:lvl1pPr lvl="0">
              <a:lnSpc>
                <a:spcPct val="95000"/>
              </a:lnSpc>
              <a:spcBef>
                <a:spcPts val="0"/>
              </a:spcBef>
              <a:spcAft>
                <a:spcPts val="0"/>
              </a:spcAft>
              <a:buSzPts val="1400"/>
              <a:buFont typeface="Raleway"/>
              <a:buNone/>
              <a:defRPr b="1" sz="1800">
                <a:solidFill>
                  <a:schemeClr val="dk2"/>
                </a:solidFill>
                <a:latin typeface="Manrope"/>
                <a:ea typeface="Manrope"/>
                <a:cs typeface="Manrope"/>
                <a:sym typeface="Manrope"/>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p:txBody>
      </p:sp>
      <p:sp>
        <p:nvSpPr>
          <p:cNvPr id="51" name="Google Shape;51;p13"/>
          <p:cNvSpPr txBox="1"/>
          <p:nvPr>
            <p:ph hasCustomPrompt="1" idx="2" type="title"/>
          </p:nvPr>
        </p:nvSpPr>
        <p:spPr>
          <a:xfrm>
            <a:off x="228600" y="921000"/>
            <a:ext cx="502800" cy="4461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1800">
                <a:solidFill>
                  <a:srgbClr val="00FFA4"/>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2" name="Google Shape;52;p13"/>
          <p:cNvSpPr txBox="1"/>
          <p:nvPr>
            <p:ph idx="3" type="subTitle"/>
          </p:nvPr>
        </p:nvSpPr>
        <p:spPr>
          <a:xfrm>
            <a:off x="4036800" y="921000"/>
            <a:ext cx="4878900" cy="446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500"/>
              <a:buFont typeface="Raleway"/>
              <a:buNone/>
              <a:defRPr/>
            </a:lvl1pPr>
            <a:lvl2pPr lvl="1" algn="ctr">
              <a:lnSpc>
                <a:spcPct val="100000"/>
              </a:lnSpc>
              <a:spcBef>
                <a:spcPts val="0"/>
              </a:spcBef>
              <a:spcAft>
                <a:spcPts val="0"/>
              </a:spcAft>
              <a:buSzPts val="1500"/>
              <a:buFont typeface="Raleway"/>
              <a:buNone/>
              <a:defRPr sz="1500">
                <a:latin typeface="Raleway"/>
                <a:ea typeface="Raleway"/>
                <a:cs typeface="Raleway"/>
                <a:sym typeface="Raleway"/>
              </a:defRPr>
            </a:lvl2pPr>
            <a:lvl3pPr lvl="2" algn="ctr">
              <a:lnSpc>
                <a:spcPct val="100000"/>
              </a:lnSpc>
              <a:spcBef>
                <a:spcPts val="0"/>
              </a:spcBef>
              <a:spcAft>
                <a:spcPts val="0"/>
              </a:spcAft>
              <a:buSzPts val="1500"/>
              <a:buFont typeface="Raleway"/>
              <a:buNone/>
              <a:defRPr sz="1500">
                <a:latin typeface="Raleway"/>
                <a:ea typeface="Raleway"/>
                <a:cs typeface="Raleway"/>
                <a:sym typeface="Raleway"/>
              </a:defRPr>
            </a:lvl3pPr>
            <a:lvl4pPr lvl="3" algn="ctr">
              <a:lnSpc>
                <a:spcPct val="100000"/>
              </a:lnSpc>
              <a:spcBef>
                <a:spcPts val="0"/>
              </a:spcBef>
              <a:spcAft>
                <a:spcPts val="0"/>
              </a:spcAft>
              <a:buSzPts val="1500"/>
              <a:buFont typeface="Raleway"/>
              <a:buNone/>
              <a:defRPr sz="1500">
                <a:latin typeface="Raleway"/>
                <a:ea typeface="Raleway"/>
                <a:cs typeface="Raleway"/>
                <a:sym typeface="Raleway"/>
              </a:defRPr>
            </a:lvl4pPr>
            <a:lvl5pPr lvl="4" algn="ctr">
              <a:lnSpc>
                <a:spcPct val="100000"/>
              </a:lnSpc>
              <a:spcBef>
                <a:spcPts val="0"/>
              </a:spcBef>
              <a:spcAft>
                <a:spcPts val="0"/>
              </a:spcAft>
              <a:buSzPts val="1500"/>
              <a:buFont typeface="Raleway"/>
              <a:buNone/>
              <a:defRPr sz="1500">
                <a:latin typeface="Raleway"/>
                <a:ea typeface="Raleway"/>
                <a:cs typeface="Raleway"/>
                <a:sym typeface="Raleway"/>
              </a:defRPr>
            </a:lvl5pPr>
            <a:lvl6pPr lvl="5" algn="ctr">
              <a:lnSpc>
                <a:spcPct val="100000"/>
              </a:lnSpc>
              <a:spcBef>
                <a:spcPts val="0"/>
              </a:spcBef>
              <a:spcAft>
                <a:spcPts val="0"/>
              </a:spcAft>
              <a:buSzPts val="1500"/>
              <a:buFont typeface="Raleway"/>
              <a:buNone/>
              <a:defRPr sz="1500">
                <a:latin typeface="Raleway"/>
                <a:ea typeface="Raleway"/>
                <a:cs typeface="Raleway"/>
                <a:sym typeface="Raleway"/>
              </a:defRPr>
            </a:lvl6pPr>
            <a:lvl7pPr lvl="6" algn="ctr">
              <a:lnSpc>
                <a:spcPct val="100000"/>
              </a:lnSpc>
              <a:spcBef>
                <a:spcPts val="0"/>
              </a:spcBef>
              <a:spcAft>
                <a:spcPts val="0"/>
              </a:spcAft>
              <a:buSzPts val="1500"/>
              <a:buFont typeface="Raleway"/>
              <a:buNone/>
              <a:defRPr sz="1500">
                <a:latin typeface="Raleway"/>
                <a:ea typeface="Raleway"/>
                <a:cs typeface="Raleway"/>
                <a:sym typeface="Raleway"/>
              </a:defRPr>
            </a:lvl7pPr>
            <a:lvl8pPr lvl="7" algn="ctr">
              <a:lnSpc>
                <a:spcPct val="100000"/>
              </a:lnSpc>
              <a:spcBef>
                <a:spcPts val="0"/>
              </a:spcBef>
              <a:spcAft>
                <a:spcPts val="0"/>
              </a:spcAft>
              <a:buSzPts val="1500"/>
              <a:buFont typeface="Raleway"/>
              <a:buNone/>
              <a:defRPr sz="1500">
                <a:latin typeface="Raleway"/>
                <a:ea typeface="Raleway"/>
                <a:cs typeface="Raleway"/>
                <a:sym typeface="Raleway"/>
              </a:defRPr>
            </a:lvl8pPr>
            <a:lvl9pPr lvl="8" algn="ctr">
              <a:lnSpc>
                <a:spcPct val="100000"/>
              </a:lnSpc>
              <a:spcBef>
                <a:spcPts val="0"/>
              </a:spcBef>
              <a:spcAft>
                <a:spcPts val="0"/>
              </a:spcAft>
              <a:buSzPts val="1500"/>
              <a:buFont typeface="Raleway"/>
              <a:buNone/>
              <a:defRPr sz="1500">
                <a:latin typeface="Raleway"/>
                <a:ea typeface="Raleway"/>
                <a:cs typeface="Raleway"/>
                <a:sym typeface="Raleway"/>
              </a:defRPr>
            </a:lvl9pPr>
          </a:lstStyle>
          <a:p/>
        </p:txBody>
      </p:sp>
      <p:sp>
        <p:nvSpPr>
          <p:cNvPr id="53" name="Google Shape;53;p13"/>
          <p:cNvSpPr txBox="1"/>
          <p:nvPr>
            <p:ph idx="4" type="subTitle"/>
          </p:nvPr>
        </p:nvSpPr>
        <p:spPr>
          <a:xfrm>
            <a:off x="731400" y="1427864"/>
            <a:ext cx="2892900" cy="446100"/>
          </a:xfrm>
          <a:prstGeom prst="rect">
            <a:avLst/>
          </a:prstGeom>
        </p:spPr>
        <p:txBody>
          <a:bodyPr anchorCtr="0" anchor="ctr" bIns="91425" lIns="91425" spcFirstLastPara="1" rIns="91425" wrap="square" tIns="91425">
            <a:noAutofit/>
          </a:bodyPr>
          <a:lstStyle>
            <a:lvl1pPr lvl="0">
              <a:lnSpc>
                <a:spcPct val="95000"/>
              </a:lnSpc>
              <a:spcBef>
                <a:spcPts val="0"/>
              </a:spcBef>
              <a:spcAft>
                <a:spcPts val="0"/>
              </a:spcAft>
              <a:buSzPts val="1400"/>
              <a:buFont typeface="Raleway"/>
              <a:buNone/>
              <a:defRPr b="1" sz="1800">
                <a:solidFill>
                  <a:schemeClr val="dk2"/>
                </a:solidFill>
                <a:latin typeface="Manrope"/>
                <a:ea typeface="Manrope"/>
                <a:cs typeface="Manrope"/>
                <a:sym typeface="Manrope"/>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p:txBody>
      </p:sp>
      <p:sp>
        <p:nvSpPr>
          <p:cNvPr id="54" name="Google Shape;54;p13"/>
          <p:cNvSpPr txBox="1"/>
          <p:nvPr>
            <p:ph hasCustomPrompt="1" idx="5" type="title"/>
          </p:nvPr>
        </p:nvSpPr>
        <p:spPr>
          <a:xfrm>
            <a:off x="228600" y="1427866"/>
            <a:ext cx="502800" cy="4461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1800">
                <a:solidFill>
                  <a:srgbClr val="00FFA4"/>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5" name="Google Shape;55;p13"/>
          <p:cNvSpPr txBox="1"/>
          <p:nvPr>
            <p:ph idx="6" type="subTitle"/>
          </p:nvPr>
        </p:nvSpPr>
        <p:spPr>
          <a:xfrm>
            <a:off x="4036800" y="1427866"/>
            <a:ext cx="4878900" cy="446100"/>
          </a:xfrm>
          <a:prstGeom prst="rect">
            <a:avLst/>
          </a:prstGeom>
        </p:spPr>
        <p:txBody>
          <a:bodyPr anchorCtr="0" anchor="ctr" bIns="91425" lIns="91425" spcFirstLastPara="1" rIns="91425" wrap="square" tIns="91425">
            <a:noAutofit/>
          </a:bodyPr>
          <a:lstStyle>
            <a:lvl1pPr lvl="0">
              <a:spcBef>
                <a:spcPts val="0"/>
              </a:spcBef>
              <a:spcAft>
                <a:spcPts val="0"/>
              </a:spcAft>
              <a:buSzPts val="1500"/>
              <a:buFont typeface="Raleway"/>
              <a:buNone/>
              <a:defRPr/>
            </a:lvl1pPr>
            <a:lvl2pPr lvl="1" algn="ctr">
              <a:lnSpc>
                <a:spcPct val="100000"/>
              </a:lnSpc>
              <a:spcBef>
                <a:spcPts val="0"/>
              </a:spcBef>
              <a:spcAft>
                <a:spcPts val="0"/>
              </a:spcAft>
              <a:buSzPts val="1500"/>
              <a:buFont typeface="Raleway"/>
              <a:buNone/>
              <a:defRPr sz="1500">
                <a:latin typeface="Raleway"/>
                <a:ea typeface="Raleway"/>
                <a:cs typeface="Raleway"/>
                <a:sym typeface="Raleway"/>
              </a:defRPr>
            </a:lvl2pPr>
            <a:lvl3pPr lvl="2" algn="ctr">
              <a:lnSpc>
                <a:spcPct val="100000"/>
              </a:lnSpc>
              <a:spcBef>
                <a:spcPts val="0"/>
              </a:spcBef>
              <a:spcAft>
                <a:spcPts val="0"/>
              </a:spcAft>
              <a:buSzPts val="1500"/>
              <a:buFont typeface="Raleway"/>
              <a:buNone/>
              <a:defRPr sz="1500">
                <a:latin typeface="Raleway"/>
                <a:ea typeface="Raleway"/>
                <a:cs typeface="Raleway"/>
                <a:sym typeface="Raleway"/>
              </a:defRPr>
            </a:lvl3pPr>
            <a:lvl4pPr lvl="3" algn="ctr">
              <a:lnSpc>
                <a:spcPct val="100000"/>
              </a:lnSpc>
              <a:spcBef>
                <a:spcPts val="0"/>
              </a:spcBef>
              <a:spcAft>
                <a:spcPts val="0"/>
              </a:spcAft>
              <a:buSzPts val="1500"/>
              <a:buFont typeface="Raleway"/>
              <a:buNone/>
              <a:defRPr sz="1500">
                <a:latin typeface="Raleway"/>
                <a:ea typeface="Raleway"/>
                <a:cs typeface="Raleway"/>
                <a:sym typeface="Raleway"/>
              </a:defRPr>
            </a:lvl4pPr>
            <a:lvl5pPr lvl="4" algn="ctr">
              <a:lnSpc>
                <a:spcPct val="100000"/>
              </a:lnSpc>
              <a:spcBef>
                <a:spcPts val="0"/>
              </a:spcBef>
              <a:spcAft>
                <a:spcPts val="0"/>
              </a:spcAft>
              <a:buSzPts val="1500"/>
              <a:buFont typeface="Raleway"/>
              <a:buNone/>
              <a:defRPr sz="1500">
                <a:latin typeface="Raleway"/>
                <a:ea typeface="Raleway"/>
                <a:cs typeface="Raleway"/>
                <a:sym typeface="Raleway"/>
              </a:defRPr>
            </a:lvl5pPr>
            <a:lvl6pPr lvl="5" algn="ctr">
              <a:lnSpc>
                <a:spcPct val="100000"/>
              </a:lnSpc>
              <a:spcBef>
                <a:spcPts val="0"/>
              </a:spcBef>
              <a:spcAft>
                <a:spcPts val="0"/>
              </a:spcAft>
              <a:buSzPts val="1500"/>
              <a:buFont typeface="Raleway"/>
              <a:buNone/>
              <a:defRPr sz="1500">
                <a:latin typeface="Raleway"/>
                <a:ea typeface="Raleway"/>
                <a:cs typeface="Raleway"/>
                <a:sym typeface="Raleway"/>
              </a:defRPr>
            </a:lvl6pPr>
            <a:lvl7pPr lvl="6" algn="ctr">
              <a:lnSpc>
                <a:spcPct val="100000"/>
              </a:lnSpc>
              <a:spcBef>
                <a:spcPts val="0"/>
              </a:spcBef>
              <a:spcAft>
                <a:spcPts val="0"/>
              </a:spcAft>
              <a:buSzPts val="1500"/>
              <a:buFont typeface="Raleway"/>
              <a:buNone/>
              <a:defRPr sz="1500">
                <a:latin typeface="Raleway"/>
                <a:ea typeface="Raleway"/>
                <a:cs typeface="Raleway"/>
                <a:sym typeface="Raleway"/>
              </a:defRPr>
            </a:lvl7pPr>
            <a:lvl8pPr lvl="7" algn="ctr">
              <a:lnSpc>
                <a:spcPct val="100000"/>
              </a:lnSpc>
              <a:spcBef>
                <a:spcPts val="0"/>
              </a:spcBef>
              <a:spcAft>
                <a:spcPts val="0"/>
              </a:spcAft>
              <a:buSzPts val="1500"/>
              <a:buFont typeface="Raleway"/>
              <a:buNone/>
              <a:defRPr sz="1500">
                <a:latin typeface="Raleway"/>
                <a:ea typeface="Raleway"/>
                <a:cs typeface="Raleway"/>
                <a:sym typeface="Raleway"/>
              </a:defRPr>
            </a:lvl8pPr>
            <a:lvl9pPr lvl="8" algn="ctr">
              <a:lnSpc>
                <a:spcPct val="100000"/>
              </a:lnSpc>
              <a:spcBef>
                <a:spcPts val="0"/>
              </a:spcBef>
              <a:spcAft>
                <a:spcPts val="0"/>
              </a:spcAft>
              <a:buSzPts val="1500"/>
              <a:buFont typeface="Raleway"/>
              <a:buNone/>
              <a:defRPr sz="1500">
                <a:latin typeface="Raleway"/>
                <a:ea typeface="Raleway"/>
                <a:cs typeface="Raleway"/>
                <a:sym typeface="Raleway"/>
              </a:defRPr>
            </a:lvl9pPr>
          </a:lstStyle>
          <a:p/>
        </p:txBody>
      </p:sp>
      <p:sp>
        <p:nvSpPr>
          <p:cNvPr id="56" name="Google Shape;56;p13"/>
          <p:cNvSpPr txBox="1"/>
          <p:nvPr>
            <p:ph idx="7" type="subTitle"/>
          </p:nvPr>
        </p:nvSpPr>
        <p:spPr>
          <a:xfrm>
            <a:off x="731400" y="1934729"/>
            <a:ext cx="2892900" cy="446100"/>
          </a:xfrm>
          <a:prstGeom prst="rect">
            <a:avLst/>
          </a:prstGeom>
        </p:spPr>
        <p:txBody>
          <a:bodyPr anchorCtr="0" anchor="ctr" bIns="91425" lIns="91425" spcFirstLastPara="1" rIns="91425" wrap="square" tIns="91425">
            <a:noAutofit/>
          </a:bodyPr>
          <a:lstStyle>
            <a:lvl1pPr lvl="0">
              <a:lnSpc>
                <a:spcPct val="95000"/>
              </a:lnSpc>
              <a:spcBef>
                <a:spcPts val="0"/>
              </a:spcBef>
              <a:spcAft>
                <a:spcPts val="0"/>
              </a:spcAft>
              <a:buSzPts val="1400"/>
              <a:buFont typeface="Raleway"/>
              <a:buNone/>
              <a:defRPr b="1" sz="1800">
                <a:solidFill>
                  <a:schemeClr val="dk2"/>
                </a:solidFill>
                <a:latin typeface="Manrope"/>
                <a:ea typeface="Manrope"/>
                <a:cs typeface="Manrope"/>
                <a:sym typeface="Manrope"/>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p:txBody>
      </p:sp>
      <p:sp>
        <p:nvSpPr>
          <p:cNvPr id="57" name="Google Shape;57;p13"/>
          <p:cNvSpPr txBox="1"/>
          <p:nvPr>
            <p:ph hasCustomPrompt="1" idx="8" type="title"/>
          </p:nvPr>
        </p:nvSpPr>
        <p:spPr>
          <a:xfrm>
            <a:off x="228600" y="1934732"/>
            <a:ext cx="502800" cy="4461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1800">
                <a:solidFill>
                  <a:srgbClr val="00FFA4"/>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8" name="Google Shape;58;p13"/>
          <p:cNvSpPr txBox="1"/>
          <p:nvPr>
            <p:ph idx="9" type="subTitle"/>
          </p:nvPr>
        </p:nvSpPr>
        <p:spPr>
          <a:xfrm>
            <a:off x="4036800" y="1934732"/>
            <a:ext cx="4878900" cy="446100"/>
          </a:xfrm>
          <a:prstGeom prst="rect">
            <a:avLst/>
          </a:prstGeom>
        </p:spPr>
        <p:txBody>
          <a:bodyPr anchorCtr="0" anchor="ctr" bIns="91425" lIns="91425" spcFirstLastPara="1" rIns="91425" wrap="square" tIns="91425">
            <a:noAutofit/>
          </a:bodyPr>
          <a:lstStyle>
            <a:lvl1pPr lvl="0">
              <a:spcBef>
                <a:spcPts val="0"/>
              </a:spcBef>
              <a:spcAft>
                <a:spcPts val="0"/>
              </a:spcAft>
              <a:buSzPts val="1500"/>
              <a:buFont typeface="Raleway"/>
              <a:buNone/>
              <a:defRPr/>
            </a:lvl1pPr>
            <a:lvl2pPr lvl="1" algn="ctr">
              <a:lnSpc>
                <a:spcPct val="100000"/>
              </a:lnSpc>
              <a:spcBef>
                <a:spcPts val="0"/>
              </a:spcBef>
              <a:spcAft>
                <a:spcPts val="0"/>
              </a:spcAft>
              <a:buSzPts val="1500"/>
              <a:buFont typeface="Raleway"/>
              <a:buNone/>
              <a:defRPr sz="1500">
                <a:latin typeface="Raleway"/>
                <a:ea typeface="Raleway"/>
                <a:cs typeface="Raleway"/>
                <a:sym typeface="Raleway"/>
              </a:defRPr>
            </a:lvl2pPr>
            <a:lvl3pPr lvl="2" algn="ctr">
              <a:lnSpc>
                <a:spcPct val="100000"/>
              </a:lnSpc>
              <a:spcBef>
                <a:spcPts val="0"/>
              </a:spcBef>
              <a:spcAft>
                <a:spcPts val="0"/>
              </a:spcAft>
              <a:buSzPts val="1500"/>
              <a:buFont typeface="Raleway"/>
              <a:buNone/>
              <a:defRPr sz="1500">
                <a:latin typeface="Raleway"/>
                <a:ea typeface="Raleway"/>
                <a:cs typeface="Raleway"/>
                <a:sym typeface="Raleway"/>
              </a:defRPr>
            </a:lvl3pPr>
            <a:lvl4pPr lvl="3" algn="ctr">
              <a:lnSpc>
                <a:spcPct val="100000"/>
              </a:lnSpc>
              <a:spcBef>
                <a:spcPts val="0"/>
              </a:spcBef>
              <a:spcAft>
                <a:spcPts val="0"/>
              </a:spcAft>
              <a:buSzPts val="1500"/>
              <a:buFont typeface="Raleway"/>
              <a:buNone/>
              <a:defRPr sz="1500">
                <a:latin typeface="Raleway"/>
                <a:ea typeface="Raleway"/>
                <a:cs typeface="Raleway"/>
                <a:sym typeface="Raleway"/>
              </a:defRPr>
            </a:lvl4pPr>
            <a:lvl5pPr lvl="4" algn="ctr">
              <a:lnSpc>
                <a:spcPct val="100000"/>
              </a:lnSpc>
              <a:spcBef>
                <a:spcPts val="0"/>
              </a:spcBef>
              <a:spcAft>
                <a:spcPts val="0"/>
              </a:spcAft>
              <a:buSzPts val="1500"/>
              <a:buFont typeface="Raleway"/>
              <a:buNone/>
              <a:defRPr sz="1500">
                <a:latin typeface="Raleway"/>
                <a:ea typeface="Raleway"/>
                <a:cs typeface="Raleway"/>
                <a:sym typeface="Raleway"/>
              </a:defRPr>
            </a:lvl5pPr>
            <a:lvl6pPr lvl="5" algn="ctr">
              <a:lnSpc>
                <a:spcPct val="100000"/>
              </a:lnSpc>
              <a:spcBef>
                <a:spcPts val="0"/>
              </a:spcBef>
              <a:spcAft>
                <a:spcPts val="0"/>
              </a:spcAft>
              <a:buSzPts val="1500"/>
              <a:buFont typeface="Raleway"/>
              <a:buNone/>
              <a:defRPr sz="1500">
                <a:latin typeface="Raleway"/>
                <a:ea typeface="Raleway"/>
                <a:cs typeface="Raleway"/>
                <a:sym typeface="Raleway"/>
              </a:defRPr>
            </a:lvl6pPr>
            <a:lvl7pPr lvl="6" algn="ctr">
              <a:lnSpc>
                <a:spcPct val="100000"/>
              </a:lnSpc>
              <a:spcBef>
                <a:spcPts val="0"/>
              </a:spcBef>
              <a:spcAft>
                <a:spcPts val="0"/>
              </a:spcAft>
              <a:buSzPts val="1500"/>
              <a:buFont typeface="Raleway"/>
              <a:buNone/>
              <a:defRPr sz="1500">
                <a:latin typeface="Raleway"/>
                <a:ea typeface="Raleway"/>
                <a:cs typeface="Raleway"/>
                <a:sym typeface="Raleway"/>
              </a:defRPr>
            </a:lvl7pPr>
            <a:lvl8pPr lvl="7" algn="ctr">
              <a:lnSpc>
                <a:spcPct val="100000"/>
              </a:lnSpc>
              <a:spcBef>
                <a:spcPts val="0"/>
              </a:spcBef>
              <a:spcAft>
                <a:spcPts val="0"/>
              </a:spcAft>
              <a:buSzPts val="1500"/>
              <a:buFont typeface="Raleway"/>
              <a:buNone/>
              <a:defRPr sz="1500">
                <a:latin typeface="Raleway"/>
                <a:ea typeface="Raleway"/>
                <a:cs typeface="Raleway"/>
                <a:sym typeface="Raleway"/>
              </a:defRPr>
            </a:lvl8pPr>
            <a:lvl9pPr lvl="8" algn="ctr">
              <a:lnSpc>
                <a:spcPct val="100000"/>
              </a:lnSpc>
              <a:spcBef>
                <a:spcPts val="0"/>
              </a:spcBef>
              <a:spcAft>
                <a:spcPts val="0"/>
              </a:spcAft>
              <a:buSzPts val="1500"/>
              <a:buFont typeface="Raleway"/>
              <a:buNone/>
              <a:defRPr sz="1500">
                <a:latin typeface="Raleway"/>
                <a:ea typeface="Raleway"/>
                <a:cs typeface="Raleway"/>
                <a:sym typeface="Raleway"/>
              </a:defRPr>
            </a:lvl9pPr>
          </a:lstStyle>
          <a:p/>
        </p:txBody>
      </p:sp>
      <p:sp>
        <p:nvSpPr>
          <p:cNvPr id="59" name="Google Shape;59;p13"/>
          <p:cNvSpPr txBox="1"/>
          <p:nvPr>
            <p:ph idx="13" type="subTitle"/>
          </p:nvPr>
        </p:nvSpPr>
        <p:spPr>
          <a:xfrm>
            <a:off x="731400" y="2441593"/>
            <a:ext cx="2892900" cy="446100"/>
          </a:xfrm>
          <a:prstGeom prst="rect">
            <a:avLst/>
          </a:prstGeom>
        </p:spPr>
        <p:txBody>
          <a:bodyPr anchorCtr="0" anchor="ctr" bIns="91425" lIns="91425" spcFirstLastPara="1" rIns="91425" wrap="square" tIns="91425">
            <a:noAutofit/>
          </a:bodyPr>
          <a:lstStyle>
            <a:lvl1pPr lvl="0">
              <a:lnSpc>
                <a:spcPct val="95000"/>
              </a:lnSpc>
              <a:spcBef>
                <a:spcPts val="0"/>
              </a:spcBef>
              <a:spcAft>
                <a:spcPts val="0"/>
              </a:spcAft>
              <a:buSzPts val="1400"/>
              <a:buFont typeface="Raleway"/>
              <a:buNone/>
              <a:defRPr b="1" sz="1800">
                <a:solidFill>
                  <a:schemeClr val="dk2"/>
                </a:solidFill>
                <a:latin typeface="Manrope"/>
                <a:ea typeface="Manrope"/>
                <a:cs typeface="Manrope"/>
                <a:sym typeface="Manrope"/>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p:txBody>
      </p:sp>
      <p:sp>
        <p:nvSpPr>
          <p:cNvPr id="60" name="Google Shape;60;p13"/>
          <p:cNvSpPr txBox="1"/>
          <p:nvPr>
            <p:ph hasCustomPrompt="1" idx="14" type="title"/>
          </p:nvPr>
        </p:nvSpPr>
        <p:spPr>
          <a:xfrm>
            <a:off x="228600" y="2441598"/>
            <a:ext cx="502800" cy="4461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1800">
                <a:solidFill>
                  <a:srgbClr val="00FFA4"/>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1" name="Google Shape;61;p13"/>
          <p:cNvSpPr txBox="1"/>
          <p:nvPr>
            <p:ph idx="15" type="subTitle"/>
          </p:nvPr>
        </p:nvSpPr>
        <p:spPr>
          <a:xfrm>
            <a:off x="4036800" y="2441598"/>
            <a:ext cx="4878900" cy="446100"/>
          </a:xfrm>
          <a:prstGeom prst="rect">
            <a:avLst/>
          </a:prstGeom>
        </p:spPr>
        <p:txBody>
          <a:bodyPr anchorCtr="0" anchor="ctr" bIns="91425" lIns="91425" spcFirstLastPara="1" rIns="91425" wrap="square" tIns="91425">
            <a:noAutofit/>
          </a:bodyPr>
          <a:lstStyle>
            <a:lvl1pPr lvl="0">
              <a:spcBef>
                <a:spcPts val="0"/>
              </a:spcBef>
              <a:spcAft>
                <a:spcPts val="0"/>
              </a:spcAft>
              <a:buSzPts val="1500"/>
              <a:buFont typeface="Raleway"/>
              <a:buNone/>
              <a:defRPr/>
            </a:lvl1pPr>
            <a:lvl2pPr lvl="1" algn="ctr">
              <a:lnSpc>
                <a:spcPct val="100000"/>
              </a:lnSpc>
              <a:spcBef>
                <a:spcPts val="0"/>
              </a:spcBef>
              <a:spcAft>
                <a:spcPts val="0"/>
              </a:spcAft>
              <a:buSzPts val="1500"/>
              <a:buFont typeface="Raleway"/>
              <a:buNone/>
              <a:defRPr sz="1500">
                <a:latin typeface="Raleway"/>
                <a:ea typeface="Raleway"/>
                <a:cs typeface="Raleway"/>
                <a:sym typeface="Raleway"/>
              </a:defRPr>
            </a:lvl2pPr>
            <a:lvl3pPr lvl="2" algn="ctr">
              <a:lnSpc>
                <a:spcPct val="100000"/>
              </a:lnSpc>
              <a:spcBef>
                <a:spcPts val="0"/>
              </a:spcBef>
              <a:spcAft>
                <a:spcPts val="0"/>
              </a:spcAft>
              <a:buSzPts val="1500"/>
              <a:buFont typeface="Raleway"/>
              <a:buNone/>
              <a:defRPr sz="1500">
                <a:latin typeface="Raleway"/>
                <a:ea typeface="Raleway"/>
                <a:cs typeface="Raleway"/>
                <a:sym typeface="Raleway"/>
              </a:defRPr>
            </a:lvl3pPr>
            <a:lvl4pPr lvl="3" algn="ctr">
              <a:lnSpc>
                <a:spcPct val="100000"/>
              </a:lnSpc>
              <a:spcBef>
                <a:spcPts val="0"/>
              </a:spcBef>
              <a:spcAft>
                <a:spcPts val="0"/>
              </a:spcAft>
              <a:buSzPts val="1500"/>
              <a:buFont typeface="Raleway"/>
              <a:buNone/>
              <a:defRPr sz="1500">
                <a:latin typeface="Raleway"/>
                <a:ea typeface="Raleway"/>
                <a:cs typeface="Raleway"/>
                <a:sym typeface="Raleway"/>
              </a:defRPr>
            </a:lvl4pPr>
            <a:lvl5pPr lvl="4" algn="ctr">
              <a:lnSpc>
                <a:spcPct val="100000"/>
              </a:lnSpc>
              <a:spcBef>
                <a:spcPts val="0"/>
              </a:spcBef>
              <a:spcAft>
                <a:spcPts val="0"/>
              </a:spcAft>
              <a:buSzPts val="1500"/>
              <a:buFont typeface="Raleway"/>
              <a:buNone/>
              <a:defRPr sz="1500">
                <a:latin typeface="Raleway"/>
                <a:ea typeface="Raleway"/>
                <a:cs typeface="Raleway"/>
                <a:sym typeface="Raleway"/>
              </a:defRPr>
            </a:lvl5pPr>
            <a:lvl6pPr lvl="5" algn="ctr">
              <a:lnSpc>
                <a:spcPct val="100000"/>
              </a:lnSpc>
              <a:spcBef>
                <a:spcPts val="0"/>
              </a:spcBef>
              <a:spcAft>
                <a:spcPts val="0"/>
              </a:spcAft>
              <a:buSzPts val="1500"/>
              <a:buFont typeface="Raleway"/>
              <a:buNone/>
              <a:defRPr sz="1500">
                <a:latin typeface="Raleway"/>
                <a:ea typeface="Raleway"/>
                <a:cs typeface="Raleway"/>
                <a:sym typeface="Raleway"/>
              </a:defRPr>
            </a:lvl6pPr>
            <a:lvl7pPr lvl="6" algn="ctr">
              <a:lnSpc>
                <a:spcPct val="100000"/>
              </a:lnSpc>
              <a:spcBef>
                <a:spcPts val="0"/>
              </a:spcBef>
              <a:spcAft>
                <a:spcPts val="0"/>
              </a:spcAft>
              <a:buSzPts val="1500"/>
              <a:buFont typeface="Raleway"/>
              <a:buNone/>
              <a:defRPr sz="1500">
                <a:latin typeface="Raleway"/>
                <a:ea typeface="Raleway"/>
                <a:cs typeface="Raleway"/>
                <a:sym typeface="Raleway"/>
              </a:defRPr>
            </a:lvl7pPr>
            <a:lvl8pPr lvl="7" algn="ctr">
              <a:lnSpc>
                <a:spcPct val="100000"/>
              </a:lnSpc>
              <a:spcBef>
                <a:spcPts val="0"/>
              </a:spcBef>
              <a:spcAft>
                <a:spcPts val="0"/>
              </a:spcAft>
              <a:buSzPts val="1500"/>
              <a:buFont typeface="Raleway"/>
              <a:buNone/>
              <a:defRPr sz="1500">
                <a:latin typeface="Raleway"/>
                <a:ea typeface="Raleway"/>
                <a:cs typeface="Raleway"/>
                <a:sym typeface="Raleway"/>
              </a:defRPr>
            </a:lvl8pPr>
            <a:lvl9pPr lvl="8" algn="ctr">
              <a:lnSpc>
                <a:spcPct val="100000"/>
              </a:lnSpc>
              <a:spcBef>
                <a:spcPts val="0"/>
              </a:spcBef>
              <a:spcAft>
                <a:spcPts val="0"/>
              </a:spcAft>
              <a:buSzPts val="1500"/>
              <a:buFont typeface="Raleway"/>
              <a:buNone/>
              <a:defRPr sz="1500">
                <a:latin typeface="Raleway"/>
                <a:ea typeface="Raleway"/>
                <a:cs typeface="Raleway"/>
                <a:sym typeface="Raleway"/>
              </a:defRPr>
            </a:lvl9pPr>
          </a:lstStyle>
          <a:p/>
        </p:txBody>
      </p:sp>
      <p:sp>
        <p:nvSpPr>
          <p:cNvPr id="62" name="Google Shape;62;p13"/>
          <p:cNvSpPr txBox="1"/>
          <p:nvPr>
            <p:ph idx="16" type="subTitle"/>
          </p:nvPr>
        </p:nvSpPr>
        <p:spPr>
          <a:xfrm>
            <a:off x="731400" y="2948458"/>
            <a:ext cx="2892900" cy="446100"/>
          </a:xfrm>
          <a:prstGeom prst="rect">
            <a:avLst/>
          </a:prstGeom>
        </p:spPr>
        <p:txBody>
          <a:bodyPr anchorCtr="0" anchor="ctr" bIns="91425" lIns="91425" spcFirstLastPara="1" rIns="91425" wrap="square" tIns="91425">
            <a:noAutofit/>
          </a:bodyPr>
          <a:lstStyle>
            <a:lvl1pPr lvl="0">
              <a:lnSpc>
                <a:spcPct val="95000"/>
              </a:lnSpc>
              <a:spcBef>
                <a:spcPts val="0"/>
              </a:spcBef>
              <a:spcAft>
                <a:spcPts val="0"/>
              </a:spcAft>
              <a:buSzPts val="1400"/>
              <a:buFont typeface="Raleway"/>
              <a:buNone/>
              <a:defRPr b="1" sz="1800">
                <a:solidFill>
                  <a:schemeClr val="dk2"/>
                </a:solidFill>
                <a:latin typeface="Manrope"/>
                <a:ea typeface="Manrope"/>
                <a:cs typeface="Manrope"/>
                <a:sym typeface="Manrope"/>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p:txBody>
      </p:sp>
      <p:sp>
        <p:nvSpPr>
          <p:cNvPr id="63" name="Google Shape;63;p13"/>
          <p:cNvSpPr txBox="1"/>
          <p:nvPr>
            <p:ph hasCustomPrompt="1" idx="17" type="title"/>
          </p:nvPr>
        </p:nvSpPr>
        <p:spPr>
          <a:xfrm>
            <a:off x="228600" y="2948464"/>
            <a:ext cx="502800" cy="4461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1800">
                <a:solidFill>
                  <a:srgbClr val="00FFA4"/>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4" name="Google Shape;64;p13"/>
          <p:cNvSpPr txBox="1"/>
          <p:nvPr>
            <p:ph idx="18" type="subTitle"/>
          </p:nvPr>
        </p:nvSpPr>
        <p:spPr>
          <a:xfrm>
            <a:off x="4036800" y="2948464"/>
            <a:ext cx="4878900" cy="446100"/>
          </a:xfrm>
          <a:prstGeom prst="rect">
            <a:avLst/>
          </a:prstGeom>
        </p:spPr>
        <p:txBody>
          <a:bodyPr anchorCtr="0" anchor="ctr" bIns="91425" lIns="91425" spcFirstLastPara="1" rIns="91425" wrap="square" tIns="91425">
            <a:noAutofit/>
          </a:bodyPr>
          <a:lstStyle>
            <a:lvl1pPr lvl="0">
              <a:spcBef>
                <a:spcPts val="0"/>
              </a:spcBef>
              <a:spcAft>
                <a:spcPts val="0"/>
              </a:spcAft>
              <a:buSzPts val="1500"/>
              <a:buFont typeface="Raleway"/>
              <a:buNone/>
              <a:defRPr/>
            </a:lvl1pPr>
            <a:lvl2pPr lvl="1" algn="ctr">
              <a:lnSpc>
                <a:spcPct val="100000"/>
              </a:lnSpc>
              <a:spcBef>
                <a:spcPts val="0"/>
              </a:spcBef>
              <a:spcAft>
                <a:spcPts val="0"/>
              </a:spcAft>
              <a:buSzPts val="1500"/>
              <a:buFont typeface="Raleway"/>
              <a:buNone/>
              <a:defRPr sz="1500">
                <a:latin typeface="Raleway"/>
                <a:ea typeface="Raleway"/>
                <a:cs typeface="Raleway"/>
                <a:sym typeface="Raleway"/>
              </a:defRPr>
            </a:lvl2pPr>
            <a:lvl3pPr lvl="2" algn="ctr">
              <a:lnSpc>
                <a:spcPct val="100000"/>
              </a:lnSpc>
              <a:spcBef>
                <a:spcPts val="0"/>
              </a:spcBef>
              <a:spcAft>
                <a:spcPts val="0"/>
              </a:spcAft>
              <a:buSzPts val="1500"/>
              <a:buFont typeface="Raleway"/>
              <a:buNone/>
              <a:defRPr sz="1500">
                <a:latin typeface="Raleway"/>
                <a:ea typeface="Raleway"/>
                <a:cs typeface="Raleway"/>
                <a:sym typeface="Raleway"/>
              </a:defRPr>
            </a:lvl3pPr>
            <a:lvl4pPr lvl="3" algn="ctr">
              <a:lnSpc>
                <a:spcPct val="100000"/>
              </a:lnSpc>
              <a:spcBef>
                <a:spcPts val="0"/>
              </a:spcBef>
              <a:spcAft>
                <a:spcPts val="0"/>
              </a:spcAft>
              <a:buSzPts val="1500"/>
              <a:buFont typeface="Raleway"/>
              <a:buNone/>
              <a:defRPr sz="1500">
                <a:latin typeface="Raleway"/>
                <a:ea typeface="Raleway"/>
                <a:cs typeface="Raleway"/>
                <a:sym typeface="Raleway"/>
              </a:defRPr>
            </a:lvl4pPr>
            <a:lvl5pPr lvl="4" algn="ctr">
              <a:lnSpc>
                <a:spcPct val="100000"/>
              </a:lnSpc>
              <a:spcBef>
                <a:spcPts val="0"/>
              </a:spcBef>
              <a:spcAft>
                <a:spcPts val="0"/>
              </a:spcAft>
              <a:buSzPts val="1500"/>
              <a:buFont typeface="Raleway"/>
              <a:buNone/>
              <a:defRPr sz="1500">
                <a:latin typeface="Raleway"/>
                <a:ea typeface="Raleway"/>
                <a:cs typeface="Raleway"/>
                <a:sym typeface="Raleway"/>
              </a:defRPr>
            </a:lvl5pPr>
            <a:lvl6pPr lvl="5" algn="ctr">
              <a:lnSpc>
                <a:spcPct val="100000"/>
              </a:lnSpc>
              <a:spcBef>
                <a:spcPts val="0"/>
              </a:spcBef>
              <a:spcAft>
                <a:spcPts val="0"/>
              </a:spcAft>
              <a:buSzPts val="1500"/>
              <a:buFont typeface="Raleway"/>
              <a:buNone/>
              <a:defRPr sz="1500">
                <a:latin typeface="Raleway"/>
                <a:ea typeface="Raleway"/>
                <a:cs typeface="Raleway"/>
                <a:sym typeface="Raleway"/>
              </a:defRPr>
            </a:lvl6pPr>
            <a:lvl7pPr lvl="6" algn="ctr">
              <a:lnSpc>
                <a:spcPct val="100000"/>
              </a:lnSpc>
              <a:spcBef>
                <a:spcPts val="0"/>
              </a:spcBef>
              <a:spcAft>
                <a:spcPts val="0"/>
              </a:spcAft>
              <a:buSzPts val="1500"/>
              <a:buFont typeface="Raleway"/>
              <a:buNone/>
              <a:defRPr sz="1500">
                <a:latin typeface="Raleway"/>
                <a:ea typeface="Raleway"/>
                <a:cs typeface="Raleway"/>
                <a:sym typeface="Raleway"/>
              </a:defRPr>
            </a:lvl7pPr>
            <a:lvl8pPr lvl="7" algn="ctr">
              <a:lnSpc>
                <a:spcPct val="100000"/>
              </a:lnSpc>
              <a:spcBef>
                <a:spcPts val="0"/>
              </a:spcBef>
              <a:spcAft>
                <a:spcPts val="0"/>
              </a:spcAft>
              <a:buSzPts val="1500"/>
              <a:buFont typeface="Raleway"/>
              <a:buNone/>
              <a:defRPr sz="1500">
                <a:latin typeface="Raleway"/>
                <a:ea typeface="Raleway"/>
                <a:cs typeface="Raleway"/>
                <a:sym typeface="Raleway"/>
              </a:defRPr>
            </a:lvl8pPr>
            <a:lvl9pPr lvl="8" algn="ctr">
              <a:lnSpc>
                <a:spcPct val="100000"/>
              </a:lnSpc>
              <a:spcBef>
                <a:spcPts val="0"/>
              </a:spcBef>
              <a:spcAft>
                <a:spcPts val="0"/>
              </a:spcAft>
              <a:buSzPts val="1500"/>
              <a:buFont typeface="Raleway"/>
              <a:buNone/>
              <a:defRPr sz="1500">
                <a:latin typeface="Raleway"/>
                <a:ea typeface="Raleway"/>
                <a:cs typeface="Raleway"/>
                <a:sym typeface="Raleway"/>
              </a:defRPr>
            </a:lvl9pPr>
          </a:lstStyle>
          <a:p/>
        </p:txBody>
      </p:sp>
      <p:sp>
        <p:nvSpPr>
          <p:cNvPr id="65" name="Google Shape;65;p13"/>
          <p:cNvSpPr txBox="1"/>
          <p:nvPr>
            <p:ph idx="19" type="subTitle"/>
          </p:nvPr>
        </p:nvSpPr>
        <p:spPr>
          <a:xfrm>
            <a:off x="731400" y="3455322"/>
            <a:ext cx="2892900" cy="446100"/>
          </a:xfrm>
          <a:prstGeom prst="rect">
            <a:avLst/>
          </a:prstGeom>
        </p:spPr>
        <p:txBody>
          <a:bodyPr anchorCtr="0" anchor="ctr" bIns="91425" lIns="91425" spcFirstLastPara="1" rIns="91425" wrap="square" tIns="91425">
            <a:noAutofit/>
          </a:bodyPr>
          <a:lstStyle>
            <a:lvl1pPr lvl="0">
              <a:lnSpc>
                <a:spcPct val="95000"/>
              </a:lnSpc>
              <a:spcBef>
                <a:spcPts val="0"/>
              </a:spcBef>
              <a:spcAft>
                <a:spcPts val="0"/>
              </a:spcAft>
              <a:buSzPts val="1400"/>
              <a:buFont typeface="Raleway"/>
              <a:buNone/>
              <a:defRPr b="1" sz="1800">
                <a:solidFill>
                  <a:schemeClr val="dk2"/>
                </a:solidFill>
                <a:latin typeface="Manrope"/>
                <a:ea typeface="Manrope"/>
                <a:cs typeface="Manrope"/>
                <a:sym typeface="Manrope"/>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p:txBody>
      </p:sp>
      <p:sp>
        <p:nvSpPr>
          <p:cNvPr id="66" name="Google Shape;66;p13"/>
          <p:cNvSpPr txBox="1"/>
          <p:nvPr>
            <p:ph hasCustomPrompt="1" idx="20" type="title"/>
          </p:nvPr>
        </p:nvSpPr>
        <p:spPr>
          <a:xfrm>
            <a:off x="228600" y="3455330"/>
            <a:ext cx="502800" cy="4461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1800">
                <a:solidFill>
                  <a:srgbClr val="00FFA4"/>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7" name="Google Shape;67;p13"/>
          <p:cNvSpPr txBox="1"/>
          <p:nvPr>
            <p:ph idx="21" type="subTitle"/>
          </p:nvPr>
        </p:nvSpPr>
        <p:spPr>
          <a:xfrm>
            <a:off x="4036800" y="3455330"/>
            <a:ext cx="4878900" cy="446100"/>
          </a:xfrm>
          <a:prstGeom prst="rect">
            <a:avLst/>
          </a:prstGeom>
        </p:spPr>
        <p:txBody>
          <a:bodyPr anchorCtr="0" anchor="ctr" bIns="91425" lIns="91425" spcFirstLastPara="1" rIns="91425" wrap="square" tIns="91425">
            <a:noAutofit/>
          </a:bodyPr>
          <a:lstStyle>
            <a:lvl1pPr lvl="0">
              <a:spcBef>
                <a:spcPts val="0"/>
              </a:spcBef>
              <a:spcAft>
                <a:spcPts val="0"/>
              </a:spcAft>
              <a:buSzPts val="1500"/>
              <a:buFont typeface="Raleway"/>
              <a:buNone/>
              <a:defRPr/>
            </a:lvl1pPr>
            <a:lvl2pPr lvl="1" algn="ctr">
              <a:lnSpc>
                <a:spcPct val="100000"/>
              </a:lnSpc>
              <a:spcBef>
                <a:spcPts val="0"/>
              </a:spcBef>
              <a:spcAft>
                <a:spcPts val="0"/>
              </a:spcAft>
              <a:buSzPts val="1500"/>
              <a:buFont typeface="Raleway"/>
              <a:buNone/>
              <a:defRPr sz="1500">
                <a:latin typeface="Raleway"/>
                <a:ea typeface="Raleway"/>
                <a:cs typeface="Raleway"/>
                <a:sym typeface="Raleway"/>
              </a:defRPr>
            </a:lvl2pPr>
            <a:lvl3pPr lvl="2" algn="ctr">
              <a:lnSpc>
                <a:spcPct val="100000"/>
              </a:lnSpc>
              <a:spcBef>
                <a:spcPts val="0"/>
              </a:spcBef>
              <a:spcAft>
                <a:spcPts val="0"/>
              </a:spcAft>
              <a:buSzPts val="1500"/>
              <a:buFont typeface="Raleway"/>
              <a:buNone/>
              <a:defRPr sz="1500">
                <a:latin typeface="Raleway"/>
                <a:ea typeface="Raleway"/>
                <a:cs typeface="Raleway"/>
                <a:sym typeface="Raleway"/>
              </a:defRPr>
            </a:lvl3pPr>
            <a:lvl4pPr lvl="3" algn="ctr">
              <a:lnSpc>
                <a:spcPct val="100000"/>
              </a:lnSpc>
              <a:spcBef>
                <a:spcPts val="0"/>
              </a:spcBef>
              <a:spcAft>
                <a:spcPts val="0"/>
              </a:spcAft>
              <a:buSzPts val="1500"/>
              <a:buFont typeface="Raleway"/>
              <a:buNone/>
              <a:defRPr sz="1500">
                <a:latin typeface="Raleway"/>
                <a:ea typeface="Raleway"/>
                <a:cs typeface="Raleway"/>
                <a:sym typeface="Raleway"/>
              </a:defRPr>
            </a:lvl4pPr>
            <a:lvl5pPr lvl="4" algn="ctr">
              <a:lnSpc>
                <a:spcPct val="100000"/>
              </a:lnSpc>
              <a:spcBef>
                <a:spcPts val="0"/>
              </a:spcBef>
              <a:spcAft>
                <a:spcPts val="0"/>
              </a:spcAft>
              <a:buSzPts val="1500"/>
              <a:buFont typeface="Raleway"/>
              <a:buNone/>
              <a:defRPr sz="1500">
                <a:latin typeface="Raleway"/>
                <a:ea typeface="Raleway"/>
                <a:cs typeface="Raleway"/>
                <a:sym typeface="Raleway"/>
              </a:defRPr>
            </a:lvl5pPr>
            <a:lvl6pPr lvl="5" algn="ctr">
              <a:lnSpc>
                <a:spcPct val="100000"/>
              </a:lnSpc>
              <a:spcBef>
                <a:spcPts val="0"/>
              </a:spcBef>
              <a:spcAft>
                <a:spcPts val="0"/>
              </a:spcAft>
              <a:buSzPts val="1500"/>
              <a:buFont typeface="Raleway"/>
              <a:buNone/>
              <a:defRPr sz="1500">
                <a:latin typeface="Raleway"/>
                <a:ea typeface="Raleway"/>
                <a:cs typeface="Raleway"/>
                <a:sym typeface="Raleway"/>
              </a:defRPr>
            </a:lvl6pPr>
            <a:lvl7pPr lvl="6" algn="ctr">
              <a:lnSpc>
                <a:spcPct val="100000"/>
              </a:lnSpc>
              <a:spcBef>
                <a:spcPts val="0"/>
              </a:spcBef>
              <a:spcAft>
                <a:spcPts val="0"/>
              </a:spcAft>
              <a:buSzPts val="1500"/>
              <a:buFont typeface="Raleway"/>
              <a:buNone/>
              <a:defRPr sz="1500">
                <a:latin typeface="Raleway"/>
                <a:ea typeface="Raleway"/>
                <a:cs typeface="Raleway"/>
                <a:sym typeface="Raleway"/>
              </a:defRPr>
            </a:lvl7pPr>
            <a:lvl8pPr lvl="7" algn="ctr">
              <a:lnSpc>
                <a:spcPct val="100000"/>
              </a:lnSpc>
              <a:spcBef>
                <a:spcPts val="0"/>
              </a:spcBef>
              <a:spcAft>
                <a:spcPts val="0"/>
              </a:spcAft>
              <a:buSzPts val="1500"/>
              <a:buFont typeface="Raleway"/>
              <a:buNone/>
              <a:defRPr sz="1500">
                <a:latin typeface="Raleway"/>
                <a:ea typeface="Raleway"/>
                <a:cs typeface="Raleway"/>
                <a:sym typeface="Raleway"/>
              </a:defRPr>
            </a:lvl8pPr>
            <a:lvl9pPr lvl="8" algn="ctr">
              <a:lnSpc>
                <a:spcPct val="100000"/>
              </a:lnSpc>
              <a:spcBef>
                <a:spcPts val="0"/>
              </a:spcBef>
              <a:spcAft>
                <a:spcPts val="0"/>
              </a:spcAft>
              <a:buSzPts val="1500"/>
              <a:buFont typeface="Raleway"/>
              <a:buNone/>
              <a:defRPr sz="1500">
                <a:latin typeface="Raleway"/>
                <a:ea typeface="Raleway"/>
                <a:cs typeface="Raleway"/>
                <a:sym typeface="Raleway"/>
              </a:defRPr>
            </a:lvl9pPr>
          </a:lstStyle>
          <a:p/>
        </p:txBody>
      </p:sp>
      <p:sp>
        <p:nvSpPr>
          <p:cNvPr id="68" name="Google Shape;68;p13"/>
          <p:cNvSpPr txBox="1"/>
          <p:nvPr>
            <p:ph idx="22" type="subTitle"/>
          </p:nvPr>
        </p:nvSpPr>
        <p:spPr>
          <a:xfrm>
            <a:off x="731400" y="3962187"/>
            <a:ext cx="2892900" cy="446100"/>
          </a:xfrm>
          <a:prstGeom prst="rect">
            <a:avLst/>
          </a:prstGeom>
        </p:spPr>
        <p:txBody>
          <a:bodyPr anchorCtr="0" anchor="ctr" bIns="91425" lIns="91425" spcFirstLastPara="1" rIns="91425" wrap="square" tIns="91425">
            <a:noAutofit/>
          </a:bodyPr>
          <a:lstStyle>
            <a:lvl1pPr lvl="0">
              <a:lnSpc>
                <a:spcPct val="95000"/>
              </a:lnSpc>
              <a:spcBef>
                <a:spcPts val="0"/>
              </a:spcBef>
              <a:spcAft>
                <a:spcPts val="0"/>
              </a:spcAft>
              <a:buSzPts val="1400"/>
              <a:buFont typeface="Raleway"/>
              <a:buNone/>
              <a:defRPr b="1" sz="1800">
                <a:solidFill>
                  <a:schemeClr val="dk2"/>
                </a:solidFill>
                <a:latin typeface="Manrope"/>
                <a:ea typeface="Manrope"/>
                <a:cs typeface="Manrope"/>
                <a:sym typeface="Manrope"/>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p:txBody>
      </p:sp>
      <p:sp>
        <p:nvSpPr>
          <p:cNvPr id="69" name="Google Shape;69;p13"/>
          <p:cNvSpPr txBox="1"/>
          <p:nvPr>
            <p:ph hasCustomPrompt="1" idx="23" type="title"/>
          </p:nvPr>
        </p:nvSpPr>
        <p:spPr>
          <a:xfrm>
            <a:off x="228600" y="3962196"/>
            <a:ext cx="502800" cy="4461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1800">
                <a:solidFill>
                  <a:srgbClr val="00FFA4"/>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70" name="Google Shape;70;p13"/>
          <p:cNvSpPr txBox="1"/>
          <p:nvPr>
            <p:ph idx="24" type="subTitle"/>
          </p:nvPr>
        </p:nvSpPr>
        <p:spPr>
          <a:xfrm>
            <a:off x="4036800" y="3962196"/>
            <a:ext cx="4878900" cy="446100"/>
          </a:xfrm>
          <a:prstGeom prst="rect">
            <a:avLst/>
          </a:prstGeom>
        </p:spPr>
        <p:txBody>
          <a:bodyPr anchorCtr="0" anchor="ctr" bIns="91425" lIns="91425" spcFirstLastPara="1" rIns="91425" wrap="square" tIns="91425">
            <a:noAutofit/>
          </a:bodyPr>
          <a:lstStyle>
            <a:lvl1pPr lvl="0">
              <a:spcBef>
                <a:spcPts val="0"/>
              </a:spcBef>
              <a:spcAft>
                <a:spcPts val="0"/>
              </a:spcAft>
              <a:buSzPts val="1500"/>
              <a:buFont typeface="Raleway"/>
              <a:buNone/>
              <a:defRPr/>
            </a:lvl1pPr>
            <a:lvl2pPr lvl="1" algn="ctr">
              <a:lnSpc>
                <a:spcPct val="100000"/>
              </a:lnSpc>
              <a:spcBef>
                <a:spcPts val="0"/>
              </a:spcBef>
              <a:spcAft>
                <a:spcPts val="0"/>
              </a:spcAft>
              <a:buSzPts val="1500"/>
              <a:buFont typeface="Raleway"/>
              <a:buNone/>
              <a:defRPr sz="1500">
                <a:latin typeface="Raleway"/>
                <a:ea typeface="Raleway"/>
                <a:cs typeface="Raleway"/>
                <a:sym typeface="Raleway"/>
              </a:defRPr>
            </a:lvl2pPr>
            <a:lvl3pPr lvl="2" algn="ctr">
              <a:lnSpc>
                <a:spcPct val="100000"/>
              </a:lnSpc>
              <a:spcBef>
                <a:spcPts val="0"/>
              </a:spcBef>
              <a:spcAft>
                <a:spcPts val="0"/>
              </a:spcAft>
              <a:buSzPts val="1500"/>
              <a:buFont typeface="Raleway"/>
              <a:buNone/>
              <a:defRPr sz="1500">
                <a:latin typeface="Raleway"/>
                <a:ea typeface="Raleway"/>
                <a:cs typeface="Raleway"/>
                <a:sym typeface="Raleway"/>
              </a:defRPr>
            </a:lvl3pPr>
            <a:lvl4pPr lvl="3" algn="ctr">
              <a:lnSpc>
                <a:spcPct val="100000"/>
              </a:lnSpc>
              <a:spcBef>
                <a:spcPts val="0"/>
              </a:spcBef>
              <a:spcAft>
                <a:spcPts val="0"/>
              </a:spcAft>
              <a:buSzPts val="1500"/>
              <a:buFont typeface="Raleway"/>
              <a:buNone/>
              <a:defRPr sz="1500">
                <a:latin typeface="Raleway"/>
                <a:ea typeface="Raleway"/>
                <a:cs typeface="Raleway"/>
                <a:sym typeface="Raleway"/>
              </a:defRPr>
            </a:lvl4pPr>
            <a:lvl5pPr lvl="4" algn="ctr">
              <a:lnSpc>
                <a:spcPct val="100000"/>
              </a:lnSpc>
              <a:spcBef>
                <a:spcPts val="0"/>
              </a:spcBef>
              <a:spcAft>
                <a:spcPts val="0"/>
              </a:spcAft>
              <a:buSzPts val="1500"/>
              <a:buFont typeface="Raleway"/>
              <a:buNone/>
              <a:defRPr sz="1500">
                <a:latin typeface="Raleway"/>
                <a:ea typeface="Raleway"/>
                <a:cs typeface="Raleway"/>
                <a:sym typeface="Raleway"/>
              </a:defRPr>
            </a:lvl5pPr>
            <a:lvl6pPr lvl="5" algn="ctr">
              <a:lnSpc>
                <a:spcPct val="100000"/>
              </a:lnSpc>
              <a:spcBef>
                <a:spcPts val="0"/>
              </a:spcBef>
              <a:spcAft>
                <a:spcPts val="0"/>
              </a:spcAft>
              <a:buSzPts val="1500"/>
              <a:buFont typeface="Raleway"/>
              <a:buNone/>
              <a:defRPr sz="1500">
                <a:latin typeface="Raleway"/>
                <a:ea typeface="Raleway"/>
                <a:cs typeface="Raleway"/>
                <a:sym typeface="Raleway"/>
              </a:defRPr>
            </a:lvl6pPr>
            <a:lvl7pPr lvl="6" algn="ctr">
              <a:lnSpc>
                <a:spcPct val="100000"/>
              </a:lnSpc>
              <a:spcBef>
                <a:spcPts val="0"/>
              </a:spcBef>
              <a:spcAft>
                <a:spcPts val="0"/>
              </a:spcAft>
              <a:buSzPts val="1500"/>
              <a:buFont typeface="Raleway"/>
              <a:buNone/>
              <a:defRPr sz="1500">
                <a:latin typeface="Raleway"/>
                <a:ea typeface="Raleway"/>
                <a:cs typeface="Raleway"/>
                <a:sym typeface="Raleway"/>
              </a:defRPr>
            </a:lvl7pPr>
            <a:lvl8pPr lvl="7" algn="ctr">
              <a:lnSpc>
                <a:spcPct val="100000"/>
              </a:lnSpc>
              <a:spcBef>
                <a:spcPts val="0"/>
              </a:spcBef>
              <a:spcAft>
                <a:spcPts val="0"/>
              </a:spcAft>
              <a:buSzPts val="1500"/>
              <a:buFont typeface="Raleway"/>
              <a:buNone/>
              <a:defRPr sz="1500">
                <a:latin typeface="Raleway"/>
                <a:ea typeface="Raleway"/>
                <a:cs typeface="Raleway"/>
                <a:sym typeface="Raleway"/>
              </a:defRPr>
            </a:lvl8pPr>
            <a:lvl9pPr lvl="8" algn="ctr">
              <a:lnSpc>
                <a:spcPct val="100000"/>
              </a:lnSpc>
              <a:spcBef>
                <a:spcPts val="0"/>
              </a:spcBef>
              <a:spcAft>
                <a:spcPts val="0"/>
              </a:spcAft>
              <a:buSzPts val="1500"/>
              <a:buFont typeface="Raleway"/>
              <a:buNone/>
              <a:defRPr sz="1500">
                <a:latin typeface="Raleway"/>
                <a:ea typeface="Raleway"/>
                <a:cs typeface="Raleway"/>
                <a:sym typeface="Raleway"/>
              </a:defRPr>
            </a:lvl9pPr>
          </a:lstStyle>
          <a:p/>
        </p:txBody>
      </p:sp>
      <p:sp>
        <p:nvSpPr>
          <p:cNvPr id="71" name="Google Shape;71;p13"/>
          <p:cNvSpPr txBox="1"/>
          <p:nvPr>
            <p:ph idx="25" type="subTitle"/>
          </p:nvPr>
        </p:nvSpPr>
        <p:spPr>
          <a:xfrm>
            <a:off x="731400" y="4469051"/>
            <a:ext cx="2892900" cy="446100"/>
          </a:xfrm>
          <a:prstGeom prst="rect">
            <a:avLst/>
          </a:prstGeom>
        </p:spPr>
        <p:txBody>
          <a:bodyPr anchorCtr="0" anchor="ctr" bIns="91425" lIns="91425" spcFirstLastPara="1" rIns="91425" wrap="square" tIns="91425">
            <a:noAutofit/>
          </a:bodyPr>
          <a:lstStyle>
            <a:lvl1pPr lvl="0">
              <a:lnSpc>
                <a:spcPct val="95000"/>
              </a:lnSpc>
              <a:spcBef>
                <a:spcPts val="0"/>
              </a:spcBef>
              <a:spcAft>
                <a:spcPts val="0"/>
              </a:spcAft>
              <a:buSzPts val="1400"/>
              <a:buFont typeface="Raleway"/>
              <a:buNone/>
              <a:defRPr b="1" sz="1800">
                <a:solidFill>
                  <a:schemeClr val="dk2"/>
                </a:solidFill>
                <a:latin typeface="Manrope"/>
                <a:ea typeface="Manrope"/>
                <a:cs typeface="Manrope"/>
                <a:sym typeface="Manrope"/>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p:txBody>
      </p:sp>
      <p:sp>
        <p:nvSpPr>
          <p:cNvPr id="72" name="Google Shape;72;p13"/>
          <p:cNvSpPr txBox="1"/>
          <p:nvPr>
            <p:ph hasCustomPrompt="1" idx="26" type="title"/>
          </p:nvPr>
        </p:nvSpPr>
        <p:spPr>
          <a:xfrm>
            <a:off x="228600" y="4469062"/>
            <a:ext cx="502800" cy="4461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1800">
                <a:solidFill>
                  <a:srgbClr val="00FFA4"/>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73" name="Google Shape;73;p13"/>
          <p:cNvSpPr txBox="1"/>
          <p:nvPr>
            <p:ph idx="27" type="subTitle"/>
          </p:nvPr>
        </p:nvSpPr>
        <p:spPr>
          <a:xfrm>
            <a:off x="4036800" y="4469062"/>
            <a:ext cx="4878900" cy="446100"/>
          </a:xfrm>
          <a:prstGeom prst="rect">
            <a:avLst/>
          </a:prstGeom>
        </p:spPr>
        <p:txBody>
          <a:bodyPr anchorCtr="0" anchor="ctr" bIns="91425" lIns="91425" spcFirstLastPara="1" rIns="91425" wrap="square" tIns="91425">
            <a:noAutofit/>
          </a:bodyPr>
          <a:lstStyle>
            <a:lvl1pPr lvl="0">
              <a:spcBef>
                <a:spcPts val="0"/>
              </a:spcBef>
              <a:spcAft>
                <a:spcPts val="0"/>
              </a:spcAft>
              <a:buSzPts val="1500"/>
              <a:buFont typeface="Raleway"/>
              <a:buNone/>
              <a:defRPr/>
            </a:lvl1pPr>
            <a:lvl2pPr lvl="1" algn="ctr">
              <a:lnSpc>
                <a:spcPct val="100000"/>
              </a:lnSpc>
              <a:spcBef>
                <a:spcPts val="0"/>
              </a:spcBef>
              <a:spcAft>
                <a:spcPts val="0"/>
              </a:spcAft>
              <a:buSzPts val="1500"/>
              <a:buFont typeface="Raleway"/>
              <a:buNone/>
              <a:defRPr sz="1500">
                <a:latin typeface="Raleway"/>
                <a:ea typeface="Raleway"/>
                <a:cs typeface="Raleway"/>
                <a:sym typeface="Raleway"/>
              </a:defRPr>
            </a:lvl2pPr>
            <a:lvl3pPr lvl="2" algn="ctr">
              <a:lnSpc>
                <a:spcPct val="100000"/>
              </a:lnSpc>
              <a:spcBef>
                <a:spcPts val="0"/>
              </a:spcBef>
              <a:spcAft>
                <a:spcPts val="0"/>
              </a:spcAft>
              <a:buSzPts val="1500"/>
              <a:buFont typeface="Raleway"/>
              <a:buNone/>
              <a:defRPr sz="1500">
                <a:latin typeface="Raleway"/>
                <a:ea typeface="Raleway"/>
                <a:cs typeface="Raleway"/>
                <a:sym typeface="Raleway"/>
              </a:defRPr>
            </a:lvl3pPr>
            <a:lvl4pPr lvl="3" algn="ctr">
              <a:lnSpc>
                <a:spcPct val="100000"/>
              </a:lnSpc>
              <a:spcBef>
                <a:spcPts val="0"/>
              </a:spcBef>
              <a:spcAft>
                <a:spcPts val="0"/>
              </a:spcAft>
              <a:buSzPts val="1500"/>
              <a:buFont typeface="Raleway"/>
              <a:buNone/>
              <a:defRPr sz="1500">
                <a:latin typeface="Raleway"/>
                <a:ea typeface="Raleway"/>
                <a:cs typeface="Raleway"/>
                <a:sym typeface="Raleway"/>
              </a:defRPr>
            </a:lvl4pPr>
            <a:lvl5pPr lvl="4" algn="ctr">
              <a:lnSpc>
                <a:spcPct val="100000"/>
              </a:lnSpc>
              <a:spcBef>
                <a:spcPts val="0"/>
              </a:spcBef>
              <a:spcAft>
                <a:spcPts val="0"/>
              </a:spcAft>
              <a:buSzPts val="1500"/>
              <a:buFont typeface="Raleway"/>
              <a:buNone/>
              <a:defRPr sz="1500">
                <a:latin typeface="Raleway"/>
                <a:ea typeface="Raleway"/>
                <a:cs typeface="Raleway"/>
                <a:sym typeface="Raleway"/>
              </a:defRPr>
            </a:lvl5pPr>
            <a:lvl6pPr lvl="5" algn="ctr">
              <a:lnSpc>
                <a:spcPct val="100000"/>
              </a:lnSpc>
              <a:spcBef>
                <a:spcPts val="0"/>
              </a:spcBef>
              <a:spcAft>
                <a:spcPts val="0"/>
              </a:spcAft>
              <a:buSzPts val="1500"/>
              <a:buFont typeface="Raleway"/>
              <a:buNone/>
              <a:defRPr sz="1500">
                <a:latin typeface="Raleway"/>
                <a:ea typeface="Raleway"/>
                <a:cs typeface="Raleway"/>
                <a:sym typeface="Raleway"/>
              </a:defRPr>
            </a:lvl6pPr>
            <a:lvl7pPr lvl="6" algn="ctr">
              <a:lnSpc>
                <a:spcPct val="100000"/>
              </a:lnSpc>
              <a:spcBef>
                <a:spcPts val="0"/>
              </a:spcBef>
              <a:spcAft>
                <a:spcPts val="0"/>
              </a:spcAft>
              <a:buSzPts val="1500"/>
              <a:buFont typeface="Raleway"/>
              <a:buNone/>
              <a:defRPr sz="1500">
                <a:latin typeface="Raleway"/>
                <a:ea typeface="Raleway"/>
                <a:cs typeface="Raleway"/>
                <a:sym typeface="Raleway"/>
              </a:defRPr>
            </a:lvl7pPr>
            <a:lvl8pPr lvl="7" algn="ctr">
              <a:lnSpc>
                <a:spcPct val="100000"/>
              </a:lnSpc>
              <a:spcBef>
                <a:spcPts val="0"/>
              </a:spcBef>
              <a:spcAft>
                <a:spcPts val="0"/>
              </a:spcAft>
              <a:buSzPts val="1500"/>
              <a:buFont typeface="Raleway"/>
              <a:buNone/>
              <a:defRPr sz="1500">
                <a:latin typeface="Raleway"/>
                <a:ea typeface="Raleway"/>
                <a:cs typeface="Raleway"/>
                <a:sym typeface="Raleway"/>
              </a:defRPr>
            </a:lvl8pPr>
            <a:lvl9pPr lvl="8" algn="ctr">
              <a:lnSpc>
                <a:spcPct val="100000"/>
              </a:lnSpc>
              <a:spcBef>
                <a:spcPts val="0"/>
              </a:spcBef>
              <a:spcAft>
                <a:spcPts val="0"/>
              </a:spcAft>
              <a:buSzPts val="1500"/>
              <a:buFont typeface="Raleway"/>
              <a:buNone/>
              <a:defRPr sz="1500">
                <a:latin typeface="Raleway"/>
                <a:ea typeface="Raleway"/>
                <a:cs typeface="Raleway"/>
                <a:sym typeface="Raleway"/>
              </a:defRPr>
            </a:lvl9pPr>
          </a:lstStyle>
          <a:p/>
        </p:txBody>
      </p:sp>
      <p:sp>
        <p:nvSpPr>
          <p:cNvPr id="74" name="Google Shape;74;p13"/>
          <p:cNvSpPr/>
          <p:nvPr/>
        </p:nvSpPr>
        <p:spPr>
          <a:xfrm>
            <a:off x="3805350" y="135900"/>
            <a:ext cx="5202600" cy="4871700"/>
          </a:xfrm>
          <a:prstGeom prst="roundRect">
            <a:avLst>
              <a:gd fmla="val 5521"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unnel Sans"/>
              <a:ea typeface="Funnel Sans"/>
              <a:cs typeface="Funnel Sans"/>
              <a:sym typeface="Funnel San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ONE_COLUMN_TEXT_1">
    <p:spTree>
      <p:nvGrpSpPr>
        <p:cNvPr id="75" name="Shape 75"/>
        <p:cNvGrpSpPr/>
        <p:nvPr/>
      </p:nvGrpSpPr>
      <p:grpSpPr>
        <a:xfrm>
          <a:off x="0" y="0"/>
          <a:ext cx="0" cy="0"/>
          <a:chOff x="0" y="0"/>
          <a:chExt cx="0" cy="0"/>
        </a:xfrm>
      </p:grpSpPr>
      <p:sp>
        <p:nvSpPr>
          <p:cNvPr id="76" name="Google Shape;76;p14"/>
          <p:cNvSpPr/>
          <p:nvPr/>
        </p:nvSpPr>
        <p:spPr>
          <a:xfrm>
            <a:off x="118400" y="146350"/>
            <a:ext cx="8907600" cy="11919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unnel Sans"/>
              <a:ea typeface="Funnel Sans"/>
              <a:cs typeface="Funnel Sans"/>
              <a:sym typeface="Funnel Sans"/>
            </a:endParaRPr>
          </a:p>
        </p:txBody>
      </p:sp>
      <p:sp>
        <p:nvSpPr>
          <p:cNvPr id="77" name="Google Shape;77;p14"/>
          <p:cNvSpPr txBox="1"/>
          <p:nvPr>
            <p:ph type="title"/>
          </p:nvPr>
        </p:nvSpPr>
        <p:spPr>
          <a:xfrm>
            <a:off x="720000" y="45595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700"/>
              <a:buNone/>
              <a:defRPr/>
            </a:lvl1pPr>
            <a:lvl2pPr lvl="1" rtl="0" algn="ctr">
              <a:spcBef>
                <a:spcPts val="0"/>
              </a:spcBef>
              <a:spcAft>
                <a:spcPts val="0"/>
              </a:spcAft>
              <a:buSzPts val="2700"/>
              <a:buNone/>
              <a:defRPr/>
            </a:lvl2pPr>
            <a:lvl3pPr lvl="2" rtl="0" algn="ctr">
              <a:spcBef>
                <a:spcPts val="0"/>
              </a:spcBef>
              <a:spcAft>
                <a:spcPts val="0"/>
              </a:spcAft>
              <a:buSzPts val="2700"/>
              <a:buNone/>
              <a:defRPr/>
            </a:lvl3pPr>
            <a:lvl4pPr lvl="3" rtl="0" algn="ctr">
              <a:spcBef>
                <a:spcPts val="0"/>
              </a:spcBef>
              <a:spcAft>
                <a:spcPts val="0"/>
              </a:spcAft>
              <a:buSzPts val="2700"/>
              <a:buNone/>
              <a:defRPr/>
            </a:lvl4pPr>
            <a:lvl5pPr lvl="4" rtl="0" algn="ctr">
              <a:spcBef>
                <a:spcPts val="0"/>
              </a:spcBef>
              <a:spcAft>
                <a:spcPts val="0"/>
              </a:spcAft>
              <a:buSzPts val="2700"/>
              <a:buNone/>
              <a:defRPr/>
            </a:lvl5pPr>
            <a:lvl6pPr lvl="5" rtl="0" algn="ctr">
              <a:spcBef>
                <a:spcPts val="0"/>
              </a:spcBef>
              <a:spcAft>
                <a:spcPts val="0"/>
              </a:spcAft>
              <a:buSzPts val="2700"/>
              <a:buNone/>
              <a:defRPr/>
            </a:lvl6pPr>
            <a:lvl7pPr lvl="6" rtl="0" algn="ctr">
              <a:spcBef>
                <a:spcPts val="0"/>
              </a:spcBef>
              <a:spcAft>
                <a:spcPts val="0"/>
              </a:spcAft>
              <a:buSzPts val="2700"/>
              <a:buNone/>
              <a:defRPr/>
            </a:lvl7pPr>
            <a:lvl8pPr lvl="7" rtl="0" algn="ctr">
              <a:spcBef>
                <a:spcPts val="0"/>
              </a:spcBef>
              <a:spcAft>
                <a:spcPts val="0"/>
              </a:spcAft>
              <a:buSzPts val="2700"/>
              <a:buNone/>
              <a:defRPr/>
            </a:lvl8pPr>
            <a:lvl9pPr lvl="8" rtl="0" algn="ctr">
              <a:spcBef>
                <a:spcPts val="0"/>
              </a:spcBef>
              <a:spcAft>
                <a:spcPts val="0"/>
              </a:spcAft>
              <a:buSzPts val="2700"/>
              <a:buNone/>
              <a:defRPr/>
            </a:lvl9pPr>
          </a:lstStyle>
          <a:p/>
        </p:txBody>
      </p:sp>
      <p:sp>
        <p:nvSpPr>
          <p:cNvPr id="78" name="Google Shape;78;p14"/>
          <p:cNvSpPr txBox="1"/>
          <p:nvPr>
            <p:ph idx="1" type="subTitle"/>
          </p:nvPr>
        </p:nvSpPr>
        <p:spPr>
          <a:xfrm>
            <a:off x="691650" y="1812409"/>
            <a:ext cx="7760700" cy="26148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b="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_1">
    <p:spTree>
      <p:nvGrpSpPr>
        <p:cNvPr id="79" name="Shape 79"/>
        <p:cNvGrpSpPr/>
        <p:nvPr/>
      </p:nvGrpSpPr>
      <p:grpSpPr>
        <a:xfrm>
          <a:off x="0" y="0"/>
          <a:ext cx="0" cy="0"/>
          <a:chOff x="0" y="0"/>
          <a:chExt cx="0" cy="0"/>
        </a:xfrm>
      </p:grpSpPr>
      <p:sp>
        <p:nvSpPr>
          <p:cNvPr id="80" name="Google Shape;80;p15"/>
          <p:cNvSpPr/>
          <p:nvPr/>
        </p:nvSpPr>
        <p:spPr>
          <a:xfrm>
            <a:off x="118400" y="146350"/>
            <a:ext cx="8907600" cy="11919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unnel Sans"/>
              <a:ea typeface="Funnel Sans"/>
              <a:cs typeface="Funnel Sans"/>
              <a:sym typeface="Funnel Sans"/>
            </a:endParaRPr>
          </a:p>
        </p:txBody>
      </p:sp>
      <p:sp>
        <p:nvSpPr>
          <p:cNvPr id="81" name="Google Shape;81;p15"/>
          <p:cNvSpPr txBox="1"/>
          <p:nvPr>
            <p:ph idx="1" type="subTitle"/>
          </p:nvPr>
        </p:nvSpPr>
        <p:spPr>
          <a:xfrm>
            <a:off x="458650" y="2801324"/>
            <a:ext cx="2393100" cy="8619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82" name="Google Shape;82;p15"/>
          <p:cNvSpPr txBox="1"/>
          <p:nvPr>
            <p:ph idx="2" type="subTitle"/>
          </p:nvPr>
        </p:nvSpPr>
        <p:spPr>
          <a:xfrm>
            <a:off x="3393575" y="2801324"/>
            <a:ext cx="2393100" cy="8619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83" name="Google Shape;83;p15"/>
          <p:cNvSpPr txBox="1"/>
          <p:nvPr>
            <p:ph idx="3" type="subTitle"/>
          </p:nvPr>
        </p:nvSpPr>
        <p:spPr>
          <a:xfrm>
            <a:off x="6328500" y="2801324"/>
            <a:ext cx="2393100" cy="8619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84" name="Google Shape;84;p15"/>
          <p:cNvSpPr txBox="1"/>
          <p:nvPr>
            <p:ph type="title"/>
          </p:nvPr>
        </p:nvSpPr>
        <p:spPr>
          <a:xfrm>
            <a:off x="720000" y="458578"/>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700"/>
              <a:buNone/>
              <a:defRPr/>
            </a:lvl1pPr>
            <a:lvl2pPr lvl="1" rtl="0">
              <a:spcBef>
                <a:spcPts val="0"/>
              </a:spcBef>
              <a:spcAft>
                <a:spcPts val="0"/>
              </a:spcAft>
              <a:buSzPts val="2700"/>
              <a:buNone/>
              <a:defRPr/>
            </a:lvl2pPr>
            <a:lvl3pPr lvl="2" rtl="0">
              <a:spcBef>
                <a:spcPts val="0"/>
              </a:spcBef>
              <a:spcAft>
                <a:spcPts val="0"/>
              </a:spcAft>
              <a:buSzPts val="2700"/>
              <a:buNone/>
              <a:defRPr/>
            </a:lvl3pPr>
            <a:lvl4pPr lvl="3" rtl="0">
              <a:spcBef>
                <a:spcPts val="0"/>
              </a:spcBef>
              <a:spcAft>
                <a:spcPts val="0"/>
              </a:spcAft>
              <a:buSzPts val="2700"/>
              <a:buNone/>
              <a:defRPr/>
            </a:lvl4pPr>
            <a:lvl5pPr lvl="4" rtl="0">
              <a:spcBef>
                <a:spcPts val="0"/>
              </a:spcBef>
              <a:spcAft>
                <a:spcPts val="0"/>
              </a:spcAft>
              <a:buSzPts val="2700"/>
              <a:buNone/>
              <a:defRPr/>
            </a:lvl5pPr>
            <a:lvl6pPr lvl="5" rtl="0">
              <a:spcBef>
                <a:spcPts val="0"/>
              </a:spcBef>
              <a:spcAft>
                <a:spcPts val="0"/>
              </a:spcAft>
              <a:buSzPts val="2700"/>
              <a:buNone/>
              <a:defRPr/>
            </a:lvl6pPr>
            <a:lvl7pPr lvl="6" rtl="0">
              <a:spcBef>
                <a:spcPts val="0"/>
              </a:spcBef>
              <a:spcAft>
                <a:spcPts val="0"/>
              </a:spcAft>
              <a:buSzPts val="2700"/>
              <a:buNone/>
              <a:defRPr/>
            </a:lvl7pPr>
            <a:lvl8pPr lvl="7" rtl="0">
              <a:spcBef>
                <a:spcPts val="0"/>
              </a:spcBef>
              <a:spcAft>
                <a:spcPts val="0"/>
              </a:spcAft>
              <a:buSzPts val="2700"/>
              <a:buNone/>
              <a:defRPr/>
            </a:lvl8pPr>
            <a:lvl9pPr lvl="8" rtl="0">
              <a:spcBef>
                <a:spcPts val="0"/>
              </a:spcBef>
              <a:spcAft>
                <a:spcPts val="0"/>
              </a:spcAft>
              <a:buSzPts val="2700"/>
              <a:buNone/>
              <a:defRPr/>
            </a:lvl9pPr>
          </a:lstStyle>
          <a:p/>
        </p:txBody>
      </p:sp>
      <p:sp>
        <p:nvSpPr>
          <p:cNvPr id="85" name="Google Shape;85;p15"/>
          <p:cNvSpPr txBox="1"/>
          <p:nvPr>
            <p:ph idx="4" type="subTitle"/>
          </p:nvPr>
        </p:nvSpPr>
        <p:spPr>
          <a:xfrm>
            <a:off x="458650" y="2483775"/>
            <a:ext cx="2393100" cy="394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1800">
                <a:solidFill>
                  <a:schemeClr val="dk2"/>
                </a:solidFill>
                <a:latin typeface="DM Sans"/>
                <a:ea typeface="DM Sans"/>
                <a:cs typeface="DM Sans"/>
                <a:sym typeface="DM Sa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86" name="Google Shape;86;p15"/>
          <p:cNvSpPr txBox="1"/>
          <p:nvPr>
            <p:ph idx="5" type="subTitle"/>
          </p:nvPr>
        </p:nvSpPr>
        <p:spPr>
          <a:xfrm>
            <a:off x="3393575" y="2483775"/>
            <a:ext cx="2393100" cy="394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1800">
                <a:solidFill>
                  <a:schemeClr val="dk2"/>
                </a:solidFill>
                <a:latin typeface="DM Sans"/>
                <a:ea typeface="DM Sans"/>
                <a:cs typeface="DM Sans"/>
                <a:sym typeface="DM Sa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87" name="Google Shape;87;p15"/>
          <p:cNvSpPr txBox="1"/>
          <p:nvPr>
            <p:ph idx="6" type="subTitle"/>
          </p:nvPr>
        </p:nvSpPr>
        <p:spPr>
          <a:xfrm>
            <a:off x="6328500" y="2483775"/>
            <a:ext cx="2393100" cy="394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1800">
                <a:solidFill>
                  <a:schemeClr val="dk2"/>
                </a:solidFill>
                <a:latin typeface="DM Sans"/>
                <a:ea typeface="DM Sans"/>
                <a:cs typeface="DM Sans"/>
                <a:sym typeface="DM Sa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88" name="Shape 88"/>
        <p:cNvGrpSpPr/>
        <p:nvPr/>
      </p:nvGrpSpPr>
      <p:grpSpPr>
        <a:xfrm>
          <a:off x="0" y="0"/>
          <a:ext cx="0" cy="0"/>
          <a:chOff x="0" y="0"/>
          <a:chExt cx="0" cy="0"/>
        </a:xfrm>
      </p:grpSpPr>
      <p:sp>
        <p:nvSpPr>
          <p:cNvPr id="89" name="Google Shape;89;p16"/>
          <p:cNvSpPr/>
          <p:nvPr/>
        </p:nvSpPr>
        <p:spPr>
          <a:xfrm>
            <a:off x="118400" y="146350"/>
            <a:ext cx="8907600" cy="11919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unnel Sans"/>
              <a:ea typeface="Funnel Sans"/>
              <a:cs typeface="Funnel Sans"/>
              <a:sym typeface="Funnel Sans"/>
            </a:endParaRPr>
          </a:p>
        </p:txBody>
      </p:sp>
      <p:sp>
        <p:nvSpPr>
          <p:cNvPr id="90" name="Google Shape;90;p16"/>
          <p:cNvSpPr txBox="1"/>
          <p:nvPr>
            <p:ph type="title"/>
          </p:nvPr>
        </p:nvSpPr>
        <p:spPr>
          <a:xfrm>
            <a:off x="720000" y="458614"/>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700"/>
              <a:buNone/>
              <a:defRPr/>
            </a:lvl1pPr>
            <a:lvl2pPr lvl="1" rtl="0">
              <a:spcBef>
                <a:spcPts val="0"/>
              </a:spcBef>
              <a:spcAft>
                <a:spcPts val="0"/>
              </a:spcAft>
              <a:buSzPts val="2700"/>
              <a:buNone/>
              <a:defRPr/>
            </a:lvl2pPr>
            <a:lvl3pPr lvl="2" rtl="0">
              <a:spcBef>
                <a:spcPts val="0"/>
              </a:spcBef>
              <a:spcAft>
                <a:spcPts val="0"/>
              </a:spcAft>
              <a:buSzPts val="2700"/>
              <a:buNone/>
              <a:defRPr/>
            </a:lvl3pPr>
            <a:lvl4pPr lvl="3" rtl="0">
              <a:spcBef>
                <a:spcPts val="0"/>
              </a:spcBef>
              <a:spcAft>
                <a:spcPts val="0"/>
              </a:spcAft>
              <a:buSzPts val="2700"/>
              <a:buNone/>
              <a:defRPr/>
            </a:lvl4pPr>
            <a:lvl5pPr lvl="4" rtl="0">
              <a:spcBef>
                <a:spcPts val="0"/>
              </a:spcBef>
              <a:spcAft>
                <a:spcPts val="0"/>
              </a:spcAft>
              <a:buSzPts val="2700"/>
              <a:buNone/>
              <a:defRPr/>
            </a:lvl5pPr>
            <a:lvl6pPr lvl="5" rtl="0">
              <a:spcBef>
                <a:spcPts val="0"/>
              </a:spcBef>
              <a:spcAft>
                <a:spcPts val="0"/>
              </a:spcAft>
              <a:buSzPts val="2700"/>
              <a:buNone/>
              <a:defRPr/>
            </a:lvl6pPr>
            <a:lvl7pPr lvl="6" rtl="0">
              <a:spcBef>
                <a:spcPts val="0"/>
              </a:spcBef>
              <a:spcAft>
                <a:spcPts val="0"/>
              </a:spcAft>
              <a:buSzPts val="2700"/>
              <a:buNone/>
              <a:defRPr/>
            </a:lvl7pPr>
            <a:lvl8pPr lvl="7" rtl="0">
              <a:spcBef>
                <a:spcPts val="0"/>
              </a:spcBef>
              <a:spcAft>
                <a:spcPts val="0"/>
              </a:spcAft>
              <a:buSzPts val="2700"/>
              <a:buNone/>
              <a:defRPr/>
            </a:lvl8pPr>
            <a:lvl9pPr lvl="8" rtl="0">
              <a:spcBef>
                <a:spcPts val="0"/>
              </a:spcBef>
              <a:spcAft>
                <a:spcPts val="0"/>
              </a:spcAft>
              <a:buSzPts val="2700"/>
              <a:buNone/>
              <a:defRPr/>
            </a:lvl9pPr>
          </a:lstStyle>
          <a:p/>
        </p:txBody>
      </p:sp>
      <p:sp>
        <p:nvSpPr>
          <p:cNvPr id="91" name="Google Shape;91;p16"/>
          <p:cNvSpPr txBox="1"/>
          <p:nvPr>
            <p:ph idx="1" type="subTitle"/>
          </p:nvPr>
        </p:nvSpPr>
        <p:spPr>
          <a:xfrm>
            <a:off x="974950" y="2351888"/>
            <a:ext cx="1986000" cy="6492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92" name="Google Shape;92;p16"/>
          <p:cNvSpPr txBox="1"/>
          <p:nvPr>
            <p:ph idx="2" type="subTitle"/>
          </p:nvPr>
        </p:nvSpPr>
        <p:spPr>
          <a:xfrm>
            <a:off x="3579000" y="2351888"/>
            <a:ext cx="1986000" cy="6492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93" name="Google Shape;93;p16"/>
          <p:cNvSpPr txBox="1"/>
          <p:nvPr>
            <p:ph idx="3" type="subTitle"/>
          </p:nvPr>
        </p:nvSpPr>
        <p:spPr>
          <a:xfrm>
            <a:off x="974950" y="4163338"/>
            <a:ext cx="1986000" cy="6492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94" name="Google Shape;94;p16"/>
          <p:cNvSpPr txBox="1"/>
          <p:nvPr>
            <p:ph idx="4" type="subTitle"/>
          </p:nvPr>
        </p:nvSpPr>
        <p:spPr>
          <a:xfrm>
            <a:off x="3579000" y="4163338"/>
            <a:ext cx="1986000" cy="6492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95" name="Google Shape;95;p16"/>
          <p:cNvSpPr txBox="1"/>
          <p:nvPr>
            <p:ph idx="5" type="subTitle"/>
          </p:nvPr>
        </p:nvSpPr>
        <p:spPr>
          <a:xfrm>
            <a:off x="6100200" y="2351900"/>
            <a:ext cx="2151600" cy="6492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96" name="Google Shape;96;p16"/>
          <p:cNvSpPr txBox="1"/>
          <p:nvPr>
            <p:ph idx="6" type="subTitle"/>
          </p:nvPr>
        </p:nvSpPr>
        <p:spPr>
          <a:xfrm>
            <a:off x="6183050" y="4163338"/>
            <a:ext cx="1986000" cy="6492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97" name="Google Shape;97;p16"/>
          <p:cNvSpPr txBox="1"/>
          <p:nvPr>
            <p:ph idx="7" type="subTitle"/>
          </p:nvPr>
        </p:nvSpPr>
        <p:spPr>
          <a:xfrm>
            <a:off x="974950" y="2150585"/>
            <a:ext cx="1986000" cy="359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1800">
                <a:solidFill>
                  <a:schemeClr val="dk2"/>
                </a:solidFill>
                <a:latin typeface="DM Sans"/>
                <a:ea typeface="DM Sans"/>
                <a:cs typeface="DM Sans"/>
                <a:sym typeface="DM Sa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8" name="Google Shape;98;p16"/>
          <p:cNvSpPr txBox="1"/>
          <p:nvPr>
            <p:ph idx="8" type="subTitle"/>
          </p:nvPr>
        </p:nvSpPr>
        <p:spPr>
          <a:xfrm>
            <a:off x="3579000" y="2150585"/>
            <a:ext cx="1986000" cy="359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1800">
                <a:solidFill>
                  <a:schemeClr val="dk2"/>
                </a:solidFill>
                <a:latin typeface="DM Sans"/>
                <a:ea typeface="DM Sans"/>
                <a:cs typeface="DM Sans"/>
                <a:sym typeface="DM Sa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9" name="Google Shape;99;p16"/>
          <p:cNvSpPr txBox="1"/>
          <p:nvPr>
            <p:ph idx="9" type="subTitle"/>
          </p:nvPr>
        </p:nvSpPr>
        <p:spPr>
          <a:xfrm>
            <a:off x="974950" y="3962060"/>
            <a:ext cx="1986000" cy="359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1800">
                <a:solidFill>
                  <a:schemeClr val="dk2"/>
                </a:solidFill>
                <a:latin typeface="DM Sans"/>
                <a:ea typeface="DM Sans"/>
                <a:cs typeface="DM Sans"/>
                <a:sym typeface="DM Sa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00" name="Google Shape;100;p16"/>
          <p:cNvSpPr txBox="1"/>
          <p:nvPr>
            <p:ph idx="13" type="subTitle"/>
          </p:nvPr>
        </p:nvSpPr>
        <p:spPr>
          <a:xfrm>
            <a:off x="3579000" y="3962060"/>
            <a:ext cx="1986000" cy="359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1800">
                <a:solidFill>
                  <a:schemeClr val="dk2"/>
                </a:solidFill>
                <a:latin typeface="DM Sans"/>
                <a:ea typeface="DM Sans"/>
                <a:cs typeface="DM Sans"/>
                <a:sym typeface="DM Sa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01" name="Google Shape;101;p16"/>
          <p:cNvSpPr txBox="1"/>
          <p:nvPr>
            <p:ph idx="14" type="subTitle"/>
          </p:nvPr>
        </p:nvSpPr>
        <p:spPr>
          <a:xfrm>
            <a:off x="6183050" y="2150585"/>
            <a:ext cx="1986000" cy="359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1800">
                <a:solidFill>
                  <a:schemeClr val="dk2"/>
                </a:solidFill>
                <a:latin typeface="DM Sans"/>
                <a:ea typeface="DM Sans"/>
                <a:cs typeface="DM Sans"/>
                <a:sym typeface="DM Sa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02" name="Google Shape;102;p16"/>
          <p:cNvSpPr txBox="1"/>
          <p:nvPr>
            <p:ph idx="15" type="subTitle"/>
          </p:nvPr>
        </p:nvSpPr>
        <p:spPr>
          <a:xfrm>
            <a:off x="6183050" y="3962060"/>
            <a:ext cx="1986000" cy="359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1800">
                <a:solidFill>
                  <a:schemeClr val="dk2"/>
                </a:solidFill>
                <a:latin typeface="DM Sans"/>
                <a:ea typeface="DM Sans"/>
                <a:cs typeface="DM Sans"/>
                <a:sym typeface="DM Sa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103" name="Shape 103"/>
        <p:cNvGrpSpPr/>
        <p:nvPr/>
      </p:nvGrpSpPr>
      <p:grpSpPr>
        <a:xfrm>
          <a:off x="0" y="0"/>
          <a:ext cx="0" cy="0"/>
          <a:chOff x="0" y="0"/>
          <a:chExt cx="0" cy="0"/>
        </a:xfrm>
      </p:grpSpPr>
      <p:sp>
        <p:nvSpPr>
          <p:cNvPr id="104" name="Google Shape;104;p17"/>
          <p:cNvSpPr txBox="1"/>
          <p:nvPr>
            <p:ph type="title"/>
          </p:nvPr>
        </p:nvSpPr>
        <p:spPr>
          <a:xfrm>
            <a:off x="2347950" y="829988"/>
            <a:ext cx="4448100" cy="823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700"/>
              <a:buNone/>
              <a:defRPr sz="4500"/>
            </a:lvl1pPr>
            <a:lvl2pPr lvl="1" rtl="0">
              <a:spcBef>
                <a:spcPts val="0"/>
              </a:spcBef>
              <a:spcAft>
                <a:spcPts val="0"/>
              </a:spcAft>
              <a:buSzPts val="2700"/>
              <a:buNone/>
              <a:defRPr/>
            </a:lvl2pPr>
            <a:lvl3pPr lvl="2" rtl="0">
              <a:spcBef>
                <a:spcPts val="0"/>
              </a:spcBef>
              <a:spcAft>
                <a:spcPts val="0"/>
              </a:spcAft>
              <a:buSzPts val="2700"/>
              <a:buNone/>
              <a:defRPr/>
            </a:lvl3pPr>
            <a:lvl4pPr lvl="3" rtl="0">
              <a:spcBef>
                <a:spcPts val="0"/>
              </a:spcBef>
              <a:spcAft>
                <a:spcPts val="0"/>
              </a:spcAft>
              <a:buSzPts val="2700"/>
              <a:buNone/>
              <a:defRPr/>
            </a:lvl4pPr>
            <a:lvl5pPr lvl="4" rtl="0">
              <a:spcBef>
                <a:spcPts val="0"/>
              </a:spcBef>
              <a:spcAft>
                <a:spcPts val="0"/>
              </a:spcAft>
              <a:buSzPts val="2700"/>
              <a:buNone/>
              <a:defRPr/>
            </a:lvl5pPr>
            <a:lvl6pPr lvl="5" rtl="0">
              <a:spcBef>
                <a:spcPts val="0"/>
              </a:spcBef>
              <a:spcAft>
                <a:spcPts val="0"/>
              </a:spcAft>
              <a:buSzPts val="2700"/>
              <a:buNone/>
              <a:defRPr/>
            </a:lvl6pPr>
            <a:lvl7pPr lvl="6" rtl="0">
              <a:spcBef>
                <a:spcPts val="0"/>
              </a:spcBef>
              <a:spcAft>
                <a:spcPts val="0"/>
              </a:spcAft>
              <a:buSzPts val="2700"/>
              <a:buNone/>
              <a:defRPr/>
            </a:lvl7pPr>
            <a:lvl8pPr lvl="7" rtl="0">
              <a:spcBef>
                <a:spcPts val="0"/>
              </a:spcBef>
              <a:spcAft>
                <a:spcPts val="0"/>
              </a:spcAft>
              <a:buSzPts val="2700"/>
              <a:buNone/>
              <a:defRPr/>
            </a:lvl8pPr>
            <a:lvl9pPr lvl="8" rtl="0">
              <a:spcBef>
                <a:spcPts val="0"/>
              </a:spcBef>
              <a:spcAft>
                <a:spcPts val="0"/>
              </a:spcAft>
              <a:buSzPts val="2700"/>
              <a:buNone/>
              <a:defRPr/>
            </a:lvl9pPr>
          </a:lstStyle>
          <a:p/>
        </p:txBody>
      </p:sp>
      <p:sp>
        <p:nvSpPr>
          <p:cNvPr id="105" name="Google Shape;105;p17"/>
          <p:cNvSpPr txBox="1"/>
          <p:nvPr>
            <p:ph idx="1" type="subTitle"/>
          </p:nvPr>
        </p:nvSpPr>
        <p:spPr>
          <a:xfrm>
            <a:off x="2347900" y="1556243"/>
            <a:ext cx="4448100" cy="1101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6" name="Google Shape;106;p17"/>
          <p:cNvSpPr/>
          <p:nvPr/>
        </p:nvSpPr>
        <p:spPr>
          <a:xfrm>
            <a:off x="435600" y="3666875"/>
            <a:ext cx="8272800" cy="1044600"/>
          </a:xfrm>
          <a:prstGeom prst="roundRect">
            <a:avLst>
              <a:gd fmla="val 17679"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unnel Sans"/>
              <a:ea typeface="Funnel Sans"/>
              <a:cs typeface="Funnel Sans"/>
              <a:sym typeface="Funnel Sans"/>
            </a:endParaRPr>
          </a:p>
        </p:txBody>
      </p:sp>
      <p:sp>
        <p:nvSpPr>
          <p:cNvPr id="107" name="Google Shape;107;p17"/>
          <p:cNvSpPr txBox="1"/>
          <p:nvPr/>
        </p:nvSpPr>
        <p:spPr>
          <a:xfrm>
            <a:off x="2099100" y="3710138"/>
            <a:ext cx="4945800" cy="556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200">
                <a:solidFill>
                  <a:schemeClr val="dk1"/>
                </a:solidFill>
                <a:latin typeface="Funnel Sans"/>
                <a:ea typeface="Funnel Sans"/>
                <a:cs typeface="Funnel Sans"/>
                <a:sym typeface="Funnel Sans"/>
              </a:rPr>
              <a:t>CREDITS: This presentation template was created by </a:t>
            </a:r>
            <a:r>
              <a:rPr b="1" lang="en" sz="1200" u="sng">
                <a:solidFill>
                  <a:schemeClr val="hlink"/>
                </a:solidFill>
                <a:latin typeface="Funnel Sans"/>
                <a:ea typeface="Funnel Sans"/>
                <a:cs typeface="Funnel Sans"/>
                <a:sym typeface="Funnel Sans"/>
                <a:hlinkClick r:id="rId2"/>
              </a:rPr>
              <a:t>Slidesgo</a:t>
            </a:r>
            <a:r>
              <a:rPr b="1" lang="en" sz="1200">
                <a:solidFill>
                  <a:schemeClr val="dk1"/>
                </a:solidFill>
                <a:latin typeface="Funnel Sans"/>
                <a:ea typeface="Funnel Sans"/>
                <a:cs typeface="Funnel Sans"/>
                <a:sym typeface="Funnel Sans"/>
              </a:rPr>
              <a:t>,</a:t>
            </a:r>
            <a:r>
              <a:rPr lang="en" sz="1200">
                <a:solidFill>
                  <a:schemeClr val="dk1"/>
                </a:solidFill>
                <a:latin typeface="Funnel Sans"/>
                <a:ea typeface="Funnel Sans"/>
                <a:cs typeface="Funnel Sans"/>
                <a:sym typeface="Funnel Sans"/>
              </a:rPr>
              <a:t> and includes icons, infographics &amp; images by </a:t>
            </a:r>
            <a:r>
              <a:rPr b="1" lang="en" sz="1200" u="sng">
                <a:solidFill>
                  <a:schemeClr val="dk1"/>
                </a:solidFill>
                <a:latin typeface="Funnel Sans"/>
                <a:ea typeface="Funnel Sans"/>
                <a:cs typeface="Funnel Sans"/>
                <a:sym typeface="Funnel Sans"/>
                <a:hlinkClick r:id="rId3">
                  <a:extLst>
                    <a:ext uri="{A12FA001-AC4F-418D-AE19-62706E023703}">
                      <ahyp:hlinkClr val="tx"/>
                    </a:ext>
                  </a:extLst>
                </a:hlinkClick>
              </a:rPr>
              <a:t>Freepik</a:t>
            </a:r>
            <a:r>
              <a:rPr b="1" lang="en" sz="1200" u="sng">
                <a:solidFill>
                  <a:schemeClr val="dk1"/>
                </a:solidFill>
                <a:latin typeface="Funnel Sans"/>
                <a:ea typeface="Funnel Sans"/>
                <a:cs typeface="Funnel Sans"/>
                <a:sym typeface="Funnel Sans"/>
              </a:rPr>
              <a:t> </a:t>
            </a:r>
            <a:endParaRPr b="1" sz="1200" u="sng">
              <a:solidFill>
                <a:schemeClr val="dk1"/>
              </a:solidFill>
              <a:latin typeface="Funnel Sans"/>
              <a:ea typeface="Funnel Sans"/>
              <a:cs typeface="Funnel Sans"/>
              <a:sym typeface="Funnel Sans"/>
            </a:endParaRPr>
          </a:p>
        </p:txBody>
      </p:sp>
      <p:sp>
        <p:nvSpPr>
          <p:cNvPr id="108" name="Google Shape;108;p17"/>
          <p:cNvSpPr/>
          <p:nvPr/>
        </p:nvSpPr>
        <p:spPr>
          <a:xfrm>
            <a:off x="435600" y="557550"/>
            <a:ext cx="8272800" cy="2969100"/>
          </a:xfrm>
          <a:prstGeom prst="roundRect">
            <a:avLst>
              <a:gd fmla="val 7654"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unnel Sans"/>
              <a:ea typeface="Funnel Sans"/>
              <a:cs typeface="Funnel Sans"/>
              <a:sym typeface="Funnel San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09" name="Shape 109"/>
        <p:cNvGrpSpPr/>
        <p:nvPr/>
      </p:nvGrpSpPr>
      <p:grpSpPr>
        <a:xfrm>
          <a:off x="0" y="0"/>
          <a:ext cx="0" cy="0"/>
          <a:chOff x="0" y="0"/>
          <a:chExt cx="0" cy="0"/>
        </a:xfrm>
      </p:grpSpPr>
      <p:sp>
        <p:nvSpPr>
          <p:cNvPr id="110" name="Google Shape;110;p18"/>
          <p:cNvSpPr/>
          <p:nvPr/>
        </p:nvSpPr>
        <p:spPr>
          <a:xfrm>
            <a:off x="118400" y="146350"/>
            <a:ext cx="8907600" cy="11919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unnel Sans"/>
              <a:ea typeface="Funnel Sans"/>
              <a:cs typeface="Funnel Sans"/>
              <a:sym typeface="Funnel San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11" name="Shape 111"/>
        <p:cNvGrpSpPr/>
        <p:nvPr/>
      </p:nvGrpSpPr>
      <p:grpSpPr>
        <a:xfrm>
          <a:off x="0" y="0"/>
          <a:ext cx="0" cy="0"/>
          <a:chOff x="0" y="0"/>
          <a:chExt cx="0" cy="0"/>
        </a:xfrm>
      </p:grpSpPr>
      <p:sp>
        <p:nvSpPr>
          <p:cNvPr id="112" name="Google Shape;112;p19"/>
          <p:cNvSpPr/>
          <p:nvPr/>
        </p:nvSpPr>
        <p:spPr>
          <a:xfrm rot="5400000">
            <a:off x="4471075" y="533025"/>
            <a:ext cx="201900" cy="8628300"/>
          </a:xfrm>
          <a:prstGeom prst="roundRect">
            <a:avLst>
              <a:gd fmla="val 50000" name="adj"/>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unnel Sans"/>
              <a:ea typeface="Funnel Sans"/>
              <a:cs typeface="Funnel Sans"/>
              <a:sym typeface="Funnel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1.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700"/>
              <a:buFont typeface="Manrope"/>
              <a:buNone/>
              <a:defRPr b="1" sz="2700">
                <a:solidFill>
                  <a:schemeClr val="dk1"/>
                </a:solidFill>
                <a:latin typeface="Manrope"/>
                <a:ea typeface="Manrope"/>
                <a:cs typeface="Manrope"/>
                <a:sym typeface="Manrope"/>
              </a:defRPr>
            </a:lvl1pPr>
            <a:lvl2pPr lvl="1" rtl="0">
              <a:spcBef>
                <a:spcPts val="0"/>
              </a:spcBef>
              <a:spcAft>
                <a:spcPts val="0"/>
              </a:spcAft>
              <a:buClr>
                <a:schemeClr val="dk1"/>
              </a:buClr>
              <a:buSzPts val="2700"/>
              <a:buFont typeface="Manrope"/>
              <a:buNone/>
              <a:defRPr b="1" sz="2700">
                <a:solidFill>
                  <a:schemeClr val="dk1"/>
                </a:solidFill>
                <a:latin typeface="Manrope"/>
                <a:ea typeface="Manrope"/>
                <a:cs typeface="Manrope"/>
                <a:sym typeface="Manrope"/>
              </a:defRPr>
            </a:lvl2pPr>
            <a:lvl3pPr lvl="2" rtl="0">
              <a:spcBef>
                <a:spcPts val="0"/>
              </a:spcBef>
              <a:spcAft>
                <a:spcPts val="0"/>
              </a:spcAft>
              <a:buClr>
                <a:schemeClr val="dk1"/>
              </a:buClr>
              <a:buSzPts val="2700"/>
              <a:buFont typeface="Manrope"/>
              <a:buNone/>
              <a:defRPr b="1" sz="2700">
                <a:solidFill>
                  <a:schemeClr val="dk1"/>
                </a:solidFill>
                <a:latin typeface="Manrope"/>
                <a:ea typeface="Manrope"/>
                <a:cs typeface="Manrope"/>
                <a:sym typeface="Manrope"/>
              </a:defRPr>
            </a:lvl3pPr>
            <a:lvl4pPr lvl="3" rtl="0">
              <a:spcBef>
                <a:spcPts val="0"/>
              </a:spcBef>
              <a:spcAft>
                <a:spcPts val="0"/>
              </a:spcAft>
              <a:buClr>
                <a:schemeClr val="dk1"/>
              </a:buClr>
              <a:buSzPts val="2700"/>
              <a:buFont typeface="Manrope"/>
              <a:buNone/>
              <a:defRPr b="1" sz="2700">
                <a:solidFill>
                  <a:schemeClr val="dk1"/>
                </a:solidFill>
                <a:latin typeface="Manrope"/>
                <a:ea typeface="Manrope"/>
                <a:cs typeface="Manrope"/>
                <a:sym typeface="Manrope"/>
              </a:defRPr>
            </a:lvl4pPr>
            <a:lvl5pPr lvl="4" rtl="0">
              <a:spcBef>
                <a:spcPts val="0"/>
              </a:spcBef>
              <a:spcAft>
                <a:spcPts val="0"/>
              </a:spcAft>
              <a:buClr>
                <a:schemeClr val="dk1"/>
              </a:buClr>
              <a:buSzPts val="2700"/>
              <a:buFont typeface="Manrope"/>
              <a:buNone/>
              <a:defRPr b="1" sz="2700">
                <a:solidFill>
                  <a:schemeClr val="dk1"/>
                </a:solidFill>
                <a:latin typeface="Manrope"/>
                <a:ea typeface="Manrope"/>
                <a:cs typeface="Manrope"/>
                <a:sym typeface="Manrope"/>
              </a:defRPr>
            </a:lvl5pPr>
            <a:lvl6pPr lvl="5" rtl="0">
              <a:spcBef>
                <a:spcPts val="0"/>
              </a:spcBef>
              <a:spcAft>
                <a:spcPts val="0"/>
              </a:spcAft>
              <a:buClr>
                <a:schemeClr val="dk1"/>
              </a:buClr>
              <a:buSzPts val="2700"/>
              <a:buFont typeface="Manrope"/>
              <a:buNone/>
              <a:defRPr b="1" sz="2700">
                <a:solidFill>
                  <a:schemeClr val="dk1"/>
                </a:solidFill>
                <a:latin typeface="Manrope"/>
                <a:ea typeface="Manrope"/>
                <a:cs typeface="Manrope"/>
                <a:sym typeface="Manrope"/>
              </a:defRPr>
            </a:lvl6pPr>
            <a:lvl7pPr lvl="6" rtl="0">
              <a:spcBef>
                <a:spcPts val="0"/>
              </a:spcBef>
              <a:spcAft>
                <a:spcPts val="0"/>
              </a:spcAft>
              <a:buClr>
                <a:schemeClr val="dk1"/>
              </a:buClr>
              <a:buSzPts val="2700"/>
              <a:buFont typeface="Manrope"/>
              <a:buNone/>
              <a:defRPr b="1" sz="2700">
                <a:solidFill>
                  <a:schemeClr val="dk1"/>
                </a:solidFill>
                <a:latin typeface="Manrope"/>
                <a:ea typeface="Manrope"/>
                <a:cs typeface="Manrope"/>
                <a:sym typeface="Manrope"/>
              </a:defRPr>
            </a:lvl7pPr>
            <a:lvl8pPr lvl="7" rtl="0">
              <a:spcBef>
                <a:spcPts val="0"/>
              </a:spcBef>
              <a:spcAft>
                <a:spcPts val="0"/>
              </a:spcAft>
              <a:buClr>
                <a:schemeClr val="dk1"/>
              </a:buClr>
              <a:buSzPts val="2700"/>
              <a:buFont typeface="Manrope"/>
              <a:buNone/>
              <a:defRPr b="1" sz="2700">
                <a:solidFill>
                  <a:schemeClr val="dk1"/>
                </a:solidFill>
                <a:latin typeface="Manrope"/>
                <a:ea typeface="Manrope"/>
                <a:cs typeface="Manrope"/>
                <a:sym typeface="Manrope"/>
              </a:defRPr>
            </a:lvl8pPr>
            <a:lvl9pPr lvl="8" rtl="0">
              <a:spcBef>
                <a:spcPts val="0"/>
              </a:spcBef>
              <a:spcAft>
                <a:spcPts val="0"/>
              </a:spcAft>
              <a:buClr>
                <a:schemeClr val="dk1"/>
              </a:buClr>
              <a:buSzPts val="2700"/>
              <a:buFont typeface="Manrope"/>
              <a:buNone/>
              <a:defRPr b="1" sz="2700">
                <a:solidFill>
                  <a:schemeClr val="dk1"/>
                </a:solidFill>
                <a:latin typeface="Manrope"/>
                <a:ea typeface="Manrope"/>
                <a:cs typeface="Manrope"/>
                <a:sym typeface="Manrope"/>
              </a:defRPr>
            </a:lvl9pPr>
          </a:lstStyle>
          <a:p/>
        </p:txBody>
      </p:sp>
      <p:sp>
        <p:nvSpPr>
          <p:cNvPr id="7" name="Google Shape;7;p1"/>
          <p:cNvSpPr txBox="1"/>
          <p:nvPr>
            <p:ph idx="1" type="body"/>
          </p:nvPr>
        </p:nvSpPr>
        <p:spPr>
          <a:xfrm>
            <a:off x="713225" y="1152475"/>
            <a:ext cx="76818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Funnel Sans"/>
              <a:buChar char="●"/>
              <a:defRPr>
                <a:solidFill>
                  <a:schemeClr val="dk1"/>
                </a:solidFill>
                <a:latin typeface="Funnel Sans"/>
                <a:ea typeface="Funnel Sans"/>
                <a:cs typeface="Funnel Sans"/>
                <a:sym typeface="Funnel Sans"/>
              </a:defRPr>
            </a:lvl1pPr>
            <a:lvl2pPr indent="-317500" lvl="1" marL="914400">
              <a:lnSpc>
                <a:spcPct val="115000"/>
              </a:lnSpc>
              <a:spcBef>
                <a:spcPts val="0"/>
              </a:spcBef>
              <a:spcAft>
                <a:spcPts val="0"/>
              </a:spcAft>
              <a:buClr>
                <a:schemeClr val="dk1"/>
              </a:buClr>
              <a:buSzPts val="1400"/>
              <a:buFont typeface="Funnel Sans"/>
              <a:buChar char="○"/>
              <a:defRPr>
                <a:solidFill>
                  <a:schemeClr val="dk1"/>
                </a:solidFill>
                <a:latin typeface="Funnel Sans"/>
                <a:ea typeface="Funnel Sans"/>
                <a:cs typeface="Funnel Sans"/>
                <a:sym typeface="Funnel Sans"/>
              </a:defRPr>
            </a:lvl2pPr>
            <a:lvl3pPr indent="-317500" lvl="2" marL="1371600">
              <a:lnSpc>
                <a:spcPct val="115000"/>
              </a:lnSpc>
              <a:spcBef>
                <a:spcPts val="0"/>
              </a:spcBef>
              <a:spcAft>
                <a:spcPts val="0"/>
              </a:spcAft>
              <a:buClr>
                <a:schemeClr val="dk1"/>
              </a:buClr>
              <a:buSzPts val="1400"/>
              <a:buFont typeface="Funnel Sans"/>
              <a:buChar char="■"/>
              <a:defRPr>
                <a:solidFill>
                  <a:schemeClr val="dk1"/>
                </a:solidFill>
                <a:latin typeface="Funnel Sans"/>
                <a:ea typeface="Funnel Sans"/>
                <a:cs typeface="Funnel Sans"/>
                <a:sym typeface="Funnel Sans"/>
              </a:defRPr>
            </a:lvl3pPr>
            <a:lvl4pPr indent="-317500" lvl="3" marL="1828800">
              <a:lnSpc>
                <a:spcPct val="115000"/>
              </a:lnSpc>
              <a:spcBef>
                <a:spcPts val="0"/>
              </a:spcBef>
              <a:spcAft>
                <a:spcPts val="0"/>
              </a:spcAft>
              <a:buClr>
                <a:schemeClr val="dk1"/>
              </a:buClr>
              <a:buSzPts val="1400"/>
              <a:buFont typeface="Funnel Sans"/>
              <a:buChar char="●"/>
              <a:defRPr>
                <a:solidFill>
                  <a:schemeClr val="dk1"/>
                </a:solidFill>
                <a:latin typeface="Funnel Sans"/>
                <a:ea typeface="Funnel Sans"/>
                <a:cs typeface="Funnel Sans"/>
                <a:sym typeface="Funnel Sans"/>
              </a:defRPr>
            </a:lvl4pPr>
            <a:lvl5pPr indent="-317500" lvl="4" marL="2286000">
              <a:lnSpc>
                <a:spcPct val="115000"/>
              </a:lnSpc>
              <a:spcBef>
                <a:spcPts val="0"/>
              </a:spcBef>
              <a:spcAft>
                <a:spcPts val="0"/>
              </a:spcAft>
              <a:buClr>
                <a:schemeClr val="dk1"/>
              </a:buClr>
              <a:buSzPts val="1400"/>
              <a:buFont typeface="Funnel Sans"/>
              <a:buChar char="○"/>
              <a:defRPr>
                <a:solidFill>
                  <a:schemeClr val="dk1"/>
                </a:solidFill>
                <a:latin typeface="Funnel Sans"/>
                <a:ea typeface="Funnel Sans"/>
                <a:cs typeface="Funnel Sans"/>
                <a:sym typeface="Funnel Sans"/>
              </a:defRPr>
            </a:lvl5pPr>
            <a:lvl6pPr indent="-317500" lvl="5" marL="2743200">
              <a:lnSpc>
                <a:spcPct val="115000"/>
              </a:lnSpc>
              <a:spcBef>
                <a:spcPts val="0"/>
              </a:spcBef>
              <a:spcAft>
                <a:spcPts val="0"/>
              </a:spcAft>
              <a:buClr>
                <a:schemeClr val="dk1"/>
              </a:buClr>
              <a:buSzPts val="1400"/>
              <a:buFont typeface="Funnel Sans"/>
              <a:buChar char="■"/>
              <a:defRPr>
                <a:solidFill>
                  <a:schemeClr val="dk1"/>
                </a:solidFill>
                <a:latin typeface="Funnel Sans"/>
                <a:ea typeface="Funnel Sans"/>
                <a:cs typeface="Funnel Sans"/>
                <a:sym typeface="Funnel Sans"/>
              </a:defRPr>
            </a:lvl6pPr>
            <a:lvl7pPr indent="-317500" lvl="6" marL="3200400">
              <a:lnSpc>
                <a:spcPct val="115000"/>
              </a:lnSpc>
              <a:spcBef>
                <a:spcPts val="0"/>
              </a:spcBef>
              <a:spcAft>
                <a:spcPts val="0"/>
              </a:spcAft>
              <a:buClr>
                <a:schemeClr val="dk1"/>
              </a:buClr>
              <a:buSzPts val="1400"/>
              <a:buFont typeface="Funnel Sans"/>
              <a:buChar char="●"/>
              <a:defRPr>
                <a:solidFill>
                  <a:schemeClr val="dk1"/>
                </a:solidFill>
                <a:latin typeface="Funnel Sans"/>
                <a:ea typeface="Funnel Sans"/>
                <a:cs typeface="Funnel Sans"/>
                <a:sym typeface="Funnel Sans"/>
              </a:defRPr>
            </a:lvl7pPr>
            <a:lvl8pPr indent="-317500" lvl="7" marL="3657600">
              <a:lnSpc>
                <a:spcPct val="115000"/>
              </a:lnSpc>
              <a:spcBef>
                <a:spcPts val="0"/>
              </a:spcBef>
              <a:spcAft>
                <a:spcPts val="0"/>
              </a:spcAft>
              <a:buClr>
                <a:schemeClr val="dk1"/>
              </a:buClr>
              <a:buSzPts val="1400"/>
              <a:buFont typeface="Funnel Sans"/>
              <a:buChar char="○"/>
              <a:defRPr>
                <a:solidFill>
                  <a:schemeClr val="dk1"/>
                </a:solidFill>
                <a:latin typeface="Funnel Sans"/>
                <a:ea typeface="Funnel Sans"/>
                <a:cs typeface="Funnel Sans"/>
                <a:sym typeface="Funnel Sans"/>
              </a:defRPr>
            </a:lvl8pPr>
            <a:lvl9pPr indent="-317500" lvl="8" marL="4114800">
              <a:lnSpc>
                <a:spcPct val="115000"/>
              </a:lnSpc>
              <a:spcBef>
                <a:spcPts val="0"/>
              </a:spcBef>
              <a:spcAft>
                <a:spcPts val="0"/>
              </a:spcAft>
              <a:buClr>
                <a:schemeClr val="dk1"/>
              </a:buClr>
              <a:buSzPts val="1400"/>
              <a:buFont typeface="Funnel Sans"/>
              <a:buChar char="■"/>
              <a:defRPr>
                <a:solidFill>
                  <a:schemeClr val="dk1"/>
                </a:solidFill>
                <a:latin typeface="Funnel Sans"/>
                <a:ea typeface="Funnel Sans"/>
                <a:cs typeface="Funnel Sans"/>
                <a:sym typeface="Funnel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1.png"/><Relationship Id="rId5" Type="http://schemas.openxmlformats.org/officeDocument/2006/relationships/image" Target="../media/image2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5.png"/><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7.png"/><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17.png"/><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14.png"/><Relationship Id="rId4" Type="http://schemas.openxmlformats.org/officeDocument/2006/relationships/image" Target="../media/image16.png"/><Relationship Id="rId5"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15.png"/><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9.xml"/><Relationship Id="rId3"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6" name="Shape 116"/>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id="121" name="Google Shape;121;p21" title="ChatGPT Image 23 may 2026, 23_10_00.png"/>
          <p:cNvPicPr preferRelativeResize="0"/>
          <p:nvPr/>
        </p:nvPicPr>
        <p:blipFill rotWithShape="1">
          <a:blip r:embed="rId3">
            <a:alphaModFix/>
          </a:blip>
          <a:srcRect b="20" l="0" r="0" t="30"/>
          <a:stretch/>
        </p:blipFill>
        <p:spPr>
          <a:xfrm>
            <a:off x="0" y="0"/>
            <a:ext cx="9144005" cy="5143501"/>
          </a:xfrm>
          <a:prstGeom prst="rect">
            <a:avLst/>
          </a:prstGeom>
          <a:noFill/>
          <a:ln>
            <a:noFill/>
          </a:ln>
        </p:spPr>
      </p:pic>
      <p:sp>
        <p:nvSpPr>
          <p:cNvPr id="122" name="Google Shape;122;p21"/>
          <p:cNvSpPr txBox="1"/>
          <p:nvPr>
            <p:ph type="title"/>
          </p:nvPr>
        </p:nvSpPr>
        <p:spPr>
          <a:xfrm>
            <a:off x="414300" y="128275"/>
            <a:ext cx="8315400" cy="772200"/>
          </a:xfrm>
          <a:prstGeom prst="rect">
            <a:avLst/>
          </a:prstGeom>
          <a:noFill/>
        </p:spPr>
        <p:txBody>
          <a:bodyPr anchorCtr="0" anchor="b" bIns="91425" lIns="91425" spcFirstLastPara="1" rIns="91425" wrap="square" tIns="91425">
            <a:noAutofit/>
          </a:bodyPr>
          <a:lstStyle/>
          <a:p>
            <a:pPr indent="0" lvl="0" marL="0" rtl="0" algn="ctr">
              <a:spcBef>
                <a:spcPts val="0"/>
              </a:spcBef>
              <a:spcAft>
                <a:spcPts val="0"/>
              </a:spcAft>
              <a:buNone/>
            </a:pPr>
            <a:r>
              <a:rPr lang="en" sz="3800"/>
              <a:t>Visión General de la Arquitectura</a:t>
            </a:r>
            <a:endParaRPr sz="3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22" title="ChatGPT Image 23 may 2026, 23_13_00 (2).png"/>
          <p:cNvPicPr preferRelativeResize="0"/>
          <p:nvPr/>
        </p:nvPicPr>
        <p:blipFill>
          <a:blip r:embed="rId3">
            <a:alphaModFix amt="30000"/>
          </a:blip>
          <a:stretch>
            <a:fillRect/>
          </a:stretch>
        </p:blipFill>
        <p:spPr>
          <a:xfrm>
            <a:off x="2429" y="0"/>
            <a:ext cx="9139139" cy="5143499"/>
          </a:xfrm>
          <a:prstGeom prst="rect">
            <a:avLst/>
          </a:prstGeom>
          <a:noFill/>
          <a:ln>
            <a:noFill/>
          </a:ln>
        </p:spPr>
      </p:pic>
      <p:pic>
        <p:nvPicPr>
          <p:cNvPr id="128" name="Google Shape;128;p22" title="F1-Bandera_blanca.png"/>
          <p:cNvPicPr preferRelativeResize="0"/>
          <p:nvPr/>
        </p:nvPicPr>
        <p:blipFill>
          <a:blip r:embed="rId4">
            <a:alphaModFix/>
          </a:blip>
          <a:stretch>
            <a:fillRect/>
          </a:stretch>
        </p:blipFill>
        <p:spPr>
          <a:xfrm>
            <a:off x="3777925" y="1606450"/>
            <a:ext cx="4856400" cy="2772850"/>
          </a:xfrm>
          <a:prstGeom prst="rect">
            <a:avLst/>
          </a:prstGeom>
          <a:noFill/>
          <a:ln>
            <a:noFill/>
          </a:ln>
        </p:spPr>
      </p:pic>
      <p:sp>
        <p:nvSpPr>
          <p:cNvPr id="129" name="Google Shape;129;p22"/>
          <p:cNvSpPr txBox="1"/>
          <p:nvPr>
            <p:ph type="title"/>
          </p:nvPr>
        </p:nvSpPr>
        <p:spPr>
          <a:xfrm>
            <a:off x="720000" y="4586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PIPELINE DE 5 ETAPAS</a:t>
            </a:r>
            <a:endParaRPr sz="2700"/>
          </a:p>
        </p:txBody>
      </p:sp>
      <p:sp>
        <p:nvSpPr>
          <p:cNvPr id="130" name="Google Shape;130;p22"/>
          <p:cNvSpPr txBox="1"/>
          <p:nvPr/>
        </p:nvSpPr>
        <p:spPr>
          <a:xfrm>
            <a:off x="469150" y="629539"/>
            <a:ext cx="2037000" cy="3884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t/>
            </a:r>
            <a:endParaRPr sz="1000">
              <a:solidFill>
                <a:schemeClr val="dk1"/>
              </a:solidFill>
              <a:latin typeface="Funnel Sans"/>
              <a:ea typeface="Funnel Sans"/>
              <a:cs typeface="Funnel Sans"/>
              <a:sym typeface="Funnel Sans"/>
            </a:endParaRPr>
          </a:p>
        </p:txBody>
      </p:sp>
      <p:pic>
        <p:nvPicPr>
          <p:cNvPr id="131" name="Google Shape;131;p22" title="Pipeline_MIPS (1).png"/>
          <p:cNvPicPr preferRelativeResize="0"/>
          <p:nvPr/>
        </p:nvPicPr>
        <p:blipFill>
          <a:blip r:embed="rId5">
            <a:alphaModFix/>
          </a:blip>
          <a:stretch>
            <a:fillRect/>
          </a:stretch>
        </p:blipFill>
        <p:spPr>
          <a:xfrm>
            <a:off x="3809862" y="1606450"/>
            <a:ext cx="4792525" cy="2665174"/>
          </a:xfrm>
          <a:prstGeom prst="rect">
            <a:avLst/>
          </a:prstGeom>
          <a:noFill/>
          <a:ln>
            <a:noFill/>
          </a:ln>
        </p:spPr>
      </p:pic>
      <p:sp>
        <p:nvSpPr>
          <p:cNvPr id="132" name="Google Shape;132;p22"/>
          <p:cNvSpPr/>
          <p:nvPr/>
        </p:nvSpPr>
        <p:spPr>
          <a:xfrm>
            <a:off x="575250" y="1429750"/>
            <a:ext cx="2780700" cy="3261600"/>
          </a:xfrm>
          <a:prstGeom prst="roundRect">
            <a:avLst>
              <a:gd fmla="val 902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200"/>
              </a:spcBef>
              <a:spcAft>
                <a:spcPts val="0"/>
              </a:spcAft>
              <a:buNone/>
            </a:pPr>
            <a:r>
              <a:rPr lang="en">
                <a:solidFill>
                  <a:schemeClr val="dk1"/>
                </a:solidFill>
                <a:latin typeface="Funnel Sans"/>
                <a:ea typeface="Funnel Sans"/>
                <a:cs typeface="Funnel Sans"/>
                <a:sym typeface="Funnel Sans"/>
              </a:rPr>
              <a:t>Aquí observamos el clásico pipeline MIPS, a lo largo de esta presentación veremos cómo esto se traslada directamente a la realidad de nuestro proyecto. </a:t>
            </a:r>
            <a:endParaRPr>
              <a:solidFill>
                <a:schemeClr val="dk1"/>
              </a:solidFill>
              <a:latin typeface="Funnel Sans"/>
              <a:ea typeface="Funnel Sans"/>
              <a:cs typeface="Funnel Sans"/>
              <a:sym typeface="Funnel Sans"/>
            </a:endParaRPr>
          </a:p>
          <a:p>
            <a:pPr indent="0" lvl="0" marL="0" rtl="0" algn="ctr">
              <a:lnSpc>
                <a:spcPct val="115000"/>
              </a:lnSpc>
              <a:spcBef>
                <a:spcPts val="1200"/>
              </a:spcBef>
              <a:spcAft>
                <a:spcPts val="1200"/>
              </a:spcAft>
              <a:buNone/>
            </a:pPr>
            <a:r>
              <a:rPr lang="en">
                <a:solidFill>
                  <a:schemeClr val="dk1"/>
                </a:solidFill>
                <a:latin typeface="Funnel Sans"/>
                <a:ea typeface="Funnel Sans"/>
                <a:cs typeface="Funnel Sans"/>
                <a:sym typeface="Funnel Sans"/>
              </a:rPr>
              <a:t>Mas adelante, mostraremos qué módulos implementamos en código para construir cada uno de estos bloques </a:t>
            </a:r>
            <a:endParaRPr sz="1800">
              <a:solidFill>
                <a:schemeClr val="dk1"/>
              </a:solidFill>
              <a:latin typeface="Funnel Sans"/>
              <a:ea typeface="Funnel Sans"/>
              <a:cs typeface="Funnel Sans"/>
              <a:sym typeface="Funnel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3"/>
          <p:cNvSpPr/>
          <p:nvPr/>
        </p:nvSpPr>
        <p:spPr>
          <a:xfrm>
            <a:off x="264850" y="1442700"/>
            <a:ext cx="2780700" cy="1410600"/>
          </a:xfrm>
          <a:prstGeom prst="roundRect">
            <a:avLst>
              <a:gd fmla="val 902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unnel Sans"/>
              <a:ea typeface="Funnel Sans"/>
              <a:cs typeface="Funnel Sans"/>
              <a:sym typeface="Funnel Sans"/>
            </a:endParaRPr>
          </a:p>
        </p:txBody>
      </p:sp>
      <p:sp>
        <p:nvSpPr>
          <p:cNvPr id="138" name="Google Shape;138;p23"/>
          <p:cNvSpPr/>
          <p:nvPr/>
        </p:nvSpPr>
        <p:spPr>
          <a:xfrm>
            <a:off x="264850" y="3120350"/>
            <a:ext cx="2780700" cy="1410600"/>
          </a:xfrm>
          <a:prstGeom prst="roundRect">
            <a:avLst>
              <a:gd fmla="val 902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unnel Sans"/>
              <a:ea typeface="Funnel Sans"/>
              <a:cs typeface="Funnel Sans"/>
              <a:sym typeface="Funnel Sans"/>
            </a:endParaRPr>
          </a:p>
        </p:txBody>
      </p:sp>
      <p:sp>
        <p:nvSpPr>
          <p:cNvPr id="139" name="Google Shape;139;p23"/>
          <p:cNvSpPr/>
          <p:nvPr/>
        </p:nvSpPr>
        <p:spPr>
          <a:xfrm>
            <a:off x="3328125" y="2182488"/>
            <a:ext cx="2780700" cy="1410600"/>
          </a:xfrm>
          <a:prstGeom prst="roundRect">
            <a:avLst>
              <a:gd fmla="val 902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unnel Sans"/>
              <a:ea typeface="Funnel Sans"/>
              <a:cs typeface="Funnel Sans"/>
              <a:sym typeface="Funnel Sans"/>
            </a:endParaRPr>
          </a:p>
        </p:txBody>
      </p:sp>
      <p:sp>
        <p:nvSpPr>
          <p:cNvPr id="140" name="Google Shape;140;p23"/>
          <p:cNvSpPr txBox="1"/>
          <p:nvPr>
            <p:ph type="title"/>
          </p:nvPr>
        </p:nvSpPr>
        <p:spPr>
          <a:xfrm>
            <a:off x="684250" y="501503"/>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Instruction Fetch</a:t>
            </a:r>
            <a:endParaRPr/>
          </a:p>
        </p:txBody>
      </p:sp>
      <p:sp>
        <p:nvSpPr>
          <p:cNvPr id="141" name="Google Shape;141;p23"/>
          <p:cNvSpPr txBox="1"/>
          <p:nvPr>
            <p:ph idx="1" type="subTitle"/>
          </p:nvPr>
        </p:nvSpPr>
        <p:spPr>
          <a:xfrm>
            <a:off x="458650" y="2044176"/>
            <a:ext cx="2393100" cy="1836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Guarda la dirección actual de ejecución</a:t>
            </a:r>
            <a:endParaRPr/>
          </a:p>
        </p:txBody>
      </p:sp>
      <p:sp>
        <p:nvSpPr>
          <p:cNvPr id="142" name="Google Shape;142;p23"/>
          <p:cNvSpPr txBox="1"/>
          <p:nvPr>
            <p:ph idx="2" type="subTitle"/>
          </p:nvPr>
        </p:nvSpPr>
        <p:spPr>
          <a:xfrm>
            <a:off x="458650" y="3721824"/>
            <a:ext cx="2393100" cy="861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Obtiene la instrucción desde memoria</a:t>
            </a:r>
            <a:endParaRPr/>
          </a:p>
        </p:txBody>
      </p:sp>
      <p:sp>
        <p:nvSpPr>
          <p:cNvPr id="143" name="Google Shape;143;p23"/>
          <p:cNvSpPr txBox="1"/>
          <p:nvPr>
            <p:ph idx="3" type="subTitle"/>
          </p:nvPr>
        </p:nvSpPr>
        <p:spPr>
          <a:xfrm>
            <a:off x="3521925" y="2880586"/>
            <a:ext cx="2393100" cy="861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Guarda instrucción y PC + 4 para la siguiente etapa</a:t>
            </a:r>
            <a:endParaRPr/>
          </a:p>
        </p:txBody>
      </p:sp>
      <p:sp>
        <p:nvSpPr>
          <p:cNvPr id="144" name="Google Shape;144;p23"/>
          <p:cNvSpPr txBox="1"/>
          <p:nvPr>
            <p:ph idx="4" type="subTitle"/>
          </p:nvPr>
        </p:nvSpPr>
        <p:spPr>
          <a:xfrm>
            <a:off x="458650" y="1740638"/>
            <a:ext cx="2393100" cy="394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PC</a:t>
            </a:r>
            <a:endParaRPr/>
          </a:p>
        </p:txBody>
      </p:sp>
      <p:sp>
        <p:nvSpPr>
          <p:cNvPr id="145" name="Google Shape;145;p23"/>
          <p:cNvSpPr txBox="1"/>
          <p:nvPr>
            <p:ph idx="5" type="subTitle"/>
          </p:nvPr>
        </p:nvSpPr>
        <p:spPr>
          <a:xfrm>
            <a:off x="458650" y="3418300"/>
            <a:ext cx="2393100" cy="394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MEM_I</a:t>
            </a:r>
            <a:endParaRPr/>
          </a:p>
        </p:txBody>
      </p:sp>
      <p:sp>
        <p:nvSpPr>
          <p:cNvPr id="146" name="Google Shape;146;p23"/>
          <p:cNvSpPr txBox="1"/>
          <p:nvPr>
            <p:ph idx="6" type="subTitle"/>
          </p:nvPr>
        </p:nvSpPr>
        <p:spPr>
          <a:xfrm>
            <a:off x="3521925" y="2480450"/>
            <a:ext cx="2393100" cy="394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BUFFER INSTR</a:t>
            </a:r>
            <a:endParaRPr/>
          </a:p>
        </p:txBody>
      </p:sp>
      <p:sp>
        <p:nvSpPr>
          <p:cNvPr id="147" name="Google Shape;147;p23"/>
          <p:cNvSpPr/>
          <p:nvPr/>
        </p:nvSpPr>
        <p:spPr>
          <a:xfrm rot="5400000">
            <a:off x="4471075" y="498225"/>
            <a:ext cx="201900" cy="8907000"/>
          </a:xfrm>
          <a:prstGeom prst="roundRect">
            <a:avLst>
              <a:gd fmla="val 50000" name="adj"/>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unnel Sans"/>
              <a:ea typeface="Funnel Sans"/>
              <a:cs typeface="Funnel Sans"/>
              <a:sym typeface="Funnel Sans"/>
            </a:endParaRPr>
          </a:p>
        </p:txBody>
      </p:sp>
      <p:pic>
        <p:nvPicPr>
          <p:cNvPr id="148" name="Google Shape;148;p23" title="nstruction-Fetch-Unit.jpg"/>
          <p:cNvPicPr preferRelativeResize="0"/>
          <p:nvPr/>
        </p:nvPicPr>
        <p:blipFill>
          <a:blip r:embed="rId3">
            <a:alphaModFix/>
          </a:blip>
          <a:stretch>
            <a:fillRect/>
          </a:stretch>
        </p:blipFill>
        <p:spPr>
          <a:xfrm>
            <a:off x="6229350" y="1695675"/>
            <a:ext cx="2582725" cy="25336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4"/>
          <p:cNvSpPr/>
          <p:nvPr/>
        </p:nvSpPr>
        <p:spPr>
          <a:xfrm>
            <a:off x="6085200" y="3216925"/>
            <a:ext cx="2338800" cy="4746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chemeClr val="accent2"/>
                </a:solidFill>
                <a:latin typeface="DM Sans"/>
                <a:ea typeface="DM Sans"/>
                <a:cs typeface="DM Sans"/>
                <a:sym typeface="DM Sans"/>
              </a:rPr>
              <a:t>TRANSICIÓN</a:t>
            </a:r>
            <a:endParaRPr>
              <a:solidFill>
                <a:schemeClr val="accent2"/>
              </a:solidFill>
              <a:latin typeface="Funnel Sans"/>
              <a:ea typeface="Funnel Sans"/>
              <a:cs typeface="Funnel Sans"/>
              <a:sym typeface="Funnel Sans"/>
            </a:endParaRPr>
          </a:p>
        </p:txBody>
      </p:sp>
      <p:sp>
        <p:nvSpPr>
          <p:cNvPr id="154" name="Google Shape;154;p24"/>
          <p:cNvSpPr/>
          <p:nvPr/>
        </p:nvSpPr>
        <p:spPr>
          <a:xfrm>
            <a:off x="3402600" y="3216925"/>
            <a:ext cx="2338800" cy="4746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chemeClr val="dk2"/>
                </a:solidFill>
                <a:latin typeface="DM Sans"/>
                <a:ea typeface="DM Sans"/>
                <a:cs typeface="DM Sans"/>
                <a:sym typeface="DM Sans"/>
              </a:rPr>
              <a:t>RELOJ</a:t>
            </a:r>
            <a:endParaRPr>
              <a:solidFill>
                <a:schemeClr val="dk2"/>
              </a:solidFill>
              <a:latin typeface="Funnel Sans"/>
              <a:ea typeface="Funnel Sans"/>
              <a:cs typeface="Funnel Sans"/>
              <a:sym typeface="Funnel Sans"/>
            </a:endParaRPr>
          </a:p>
        </p:txBody>
      </p:sp>
      <p:sp>
        <p:nvSpPr>
          <p:cNvPr id="155" name="Google Shape;155;p24"/>
          <p:cNvSpPr/>
          <p:nvPr/>
        </p:nvSpPr>
        <p:spPr>
          <a:xfrm>
            <a:off x="720000" y="3216625"/>
            <a:ext cx="2338800" cy="4746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chemeClr val="dk2"/>
                </a:solidFill>
                <a:latin typeface="DM Sans"/>
                <a:ea typeface="DM Sans"/>
                <a:cs typeface="DM Sans"/>
                <a:sym typeface="DM Sans"/>
              </a:rPr>
              <a:t>BUFFER</a:t>
            </a:r>
            <a:endParaRPr>
              <a:solidFill>
                <a:schemeClr val="dk2"/>
              </a:solidFill>
              <a:latin typeface="Funnel Sans"/>
              <a:ea typeface="Funnel Sans"/>
              <a:cs typeface="Funnel Sans"/>
              <a:sym typeface="Funnel Sans"/>
            </a:endParaRPr>
          </a:p>
        </p:txBody>
      </p:sp>
      <p:sp>
        <p:nvSpPr>
          <p:cNvPr id="156" name="Google Shape;156;p24"/>
          <p:cNvSpPr/>
          <p:nvPr/>
        </p:nvSpPr>
        <p:spPr>
          <a:xfrm>
            <a:off x="6085200" y="1385775"/>
            <a:ext cx="2338800" cy="4746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chemeClr val="dk2"/>
                </a:solidFill>
                <a:latin typeface="DM Sans"/>
                <a:ea typeface="DM Sans"/>
                <a:cs typeface="DM Sans"/>
                <a:sym typeface="DM Sans"/>
              </a:rPr>
              <a:t>MEMORIA</a:t>
            </a:r>
            <a:endParaRPr>
              <a:solidFill>
                <a:schemeClr val="dk2"/>
              </a:solidFill>
              <a:latin typeface="Funnel Sans"/>
              <a:ea typeface="Funnel Sans"/>
              <a:cs typeface="Funnel Sans"/>
              <a:sym typeface="Funnel Sans"/>
            </a:endParaRPr>
          </a:p>
        </p:txBody>
      </p:sp>
      <p:sp>
        <p:nvSpPr>
          <p:cNvPr id="157" name="Google Shape;157;p24"/>
          <p:cNvSpPr/>
          <p:nvPr/>
        </p:nvSpPr>
        <p:spPr>
          <a:xfrm>
            <a:off x="3402600" y="1385775"/>
            <a:ext cx="2338800" cy="4746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chemeClr val="dk2"/>
                </a:solidFill>
                <a:latin typeface="DM Sans"/>
                <a:ea typeface="DM Sans"/>
                <a:cs typeface="DM Sans"/>
                <a:sym typeface="DM Sans"/>
              </a:rPr>
              <a:t>CÁLCULO</a:t>
            </a:r>
            <a:endParaRPr>
              <a:solidFill>
                <a:schemeClr val="dk2"/>
              </a:solidFill>
              <a:latin typeface="Funnel Sans"/>
              <a:ea typeface="Funnel Sans"/>
              <a:cs typeface="Funnel Sans"/>
              <a:sym typeface="Funnel Sans"/>
            </a:endParaRPr>
          </a:p>
        </p:txBody>
      </p:sp>
      <p:sp>
        <p:nvSpPr>
          <p:cNvPr id="158" name="Google Shape;158;p24"/>
          <p:cNvSpPr/>
          <p:nvPr/>
        </p:nvSpPr>
        <p:spPr>
          <a:xfrm>
            <a:off x="720000" y="1385775"/>
            <a:ext cx="2338800" cy="4746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chemeClr val="accent2"/>
                </a:solidFill>
                <a:latin typeface="DM Sans"/>
                <a:ea typeface="DM Sans"/>
                <a:cs typeface="DM Sans"/>
                <a:sym typeface="DM Sans"/>
              </a:rPr>
              <a:t>INICIO</a:t>
            </a:r>
            <a:endParaRPr>
              <a:solidFill>
                <a:schemeClr val="accent2"/>
              </a:solidFill>
              <a:latin typeface="Funnel Sans"/>
              <a:ea typeface="Funnel Sans"/>
              <a:cs typeface="Funnel Sans"/>
              <a:sym typeface="Funnel Sans"/>
            </a:endParaRPr>
          </a:p>
        </p:txBody>
      </p:sp>
      <p:sp>
        <p:nvSpPr>
          <p:cNvPr id="159" name="Google Shape;159;p24"/>
          <p:cNvSpPr txBox="1"/>
          <p:nvPr>
            <p:ph type="title"/>
          </p:nvPr>
        </p:nvSpPr>
        <p:spPr>
          <a:xfrm>
            <a:off x="720000" y="4586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SECUENCIA IF</a:t>
            </a:r>
            <a:endParaRPr/>
          </a:p>
        </p:txBody>
      </p:sp>
      <p:sp>
        <p:nvSpPr>
          <p:cNvPr id="160" name="Google Shape;160;p24"/>
          <p:cNvSpPr txBox="1"/>
          <p:nvPr/>
        </p:nvSpPr>
        <p:spPr>
          <a:xfrm>
            <a:off x="720000" y="1846398"/>
            <a:ext cx="2338800" cy="858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dk1"/>
                </a:solidFill>
                <a:latin typeface="Funnel Sans"/>
                <a:ea typeface="Funnel Sans"/>
                <a:cs typeface="Funnel Sans"/>
                <a:sym typeface="Funnel Sans"/>
              </a:rPr>
              <a:t>El PC apunta a la instrucción actual</a:t>
            </a:r>
            <a:endParaRPr>
              <a:solidFill>
                <a:schemeClr val="dk1"/>
              </a:solidFill>
              <a:latin typeface="Funnel Sans"/>
              <a:ea typeface="Funnel Sans"/>
              <a:cs typeface="Funnel Sans"/>
              <a:sym typeface="Funnel Sans"/>
            </a:endParaRPr>
          </a:p>
        </p:txBody>
      </p:sp>
      <p:sp>
        <p:nvSpPr>
          <p:cNvPr id="161" name="Google Shape;161;p24"/>
          <p:cNvSpPr txBox="1"/>
          <p:nvPr/>
        </p:nvSpPr>
        <p:spPr>
          <a:xfrm>
            <a:off x="3402600" y="1846398"/>
            <a:ext cx="2338800" cy="858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dk1"/>
                </a:solidFill>
                <a:latin typeface="Funnel Sans"/>
                <a:ea typeface="Funnel Sans"/>
                <a:cs typeface="Funnel Sans"/>
                <a:sym typeface="Funnel Sans"/>
              </a:rPr>
              <a:t>Se genera PC + 4</a:t>
            </a:r>
            <a:endParaRPr>
              <a:solidFill>
                <a:schemeClr val="dk1"/>
              </a:solidFill>
              <a:latin typeface="Funnel Sans"/>
              <a:ea typeface="Funnel Sans"/>
              <a:cs typeface="Funnel Sans"/>
              <a:sym typeface="Funnel Sans"/>
            </a:endParaRPr>
          </a:p>
        </p:txBody>
      </p:sp>
      <p:sp>
        <p:nvSpPr>
          <p:cNvPr id="162" name="Google Shape;162;p24"/>
          <p:cNvSpPr txBox="1"/>
          <p:nvPr/>
        </p:nvSpPr>
        <p:spPr>
          <a:xfrm>
            <a:off x="6085200" y="1846398"/>
            <a:ext cx="2338800" cy="858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dk1"/>
                </a:solidFill>
                <a:latin typeface="Funnel Sans"/>
                <a:ea typeface="Funnel Sans"/>
                <a:cs typeface="Funnel Sans"/>
                <a:sym typeface="Funnel Sans"/>
              </a:rPr>
              <a:t>MEM_I obtiene la instrucción binaria</a:t>
            </a:r>
            <a:endParaRPr>
              <a:solidFill>
                <a:schemeClr val="dk1"/>
              </a:solidFill>
              <a:latin typeface="Funnel Sans"/>
              <a:ea typeface="Funnel Sans"/>
              <a:cs typeface="Funnel Sans"/>
              <a:sym typeface="Funnel Sans"/>
            </a:endParaRPr>
          </a:p>
        </p:txBody>
      </p:sp>
      <p:sp>
        <p:nvSpPr>
          <p:cNvPr id="163" name="Google Shape;163;p24"/>
          <p:cNvSpPr txBox="1"/>
          <p:nvPr/>
        </p:nvSpPr>
        <p:spPr>
          <a:xfrm>
            <a:off x="720000" y="3677541"/>
            <a:ext cx="2338800" cy="858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dk1"/>
                </a:solidFill>
                <a:latin typeface="Funnel Sans"/>
                <a:ea typeface="Funnel Sans"/>
                <a:cs typeface="Funnel Sans"/>
                <a:sym typeface="Funnel Sans"/>
              </a:rPr>
              <a:t>La instrucción entra a BufferInstr</a:t>
            </a:r>
            <a:endParaRPr>
              <a:solidFill>
                <a:schemeClr val="dk1"/>
              </a:solidFill>
              <a:latin typeface="Funnel Sans"/>
              <a:ea typeface="Funnel Sans"/>
              <a:cs typeface="Funnel Sans"/>
              <a:sym typeface="Funnel Sans"/>
            </a:endParaRPr>
          </a:p>
        </p:txBody>
      </p:sp>
      <p:sp>
        <p:nvSpPr>
          <p:cNvPr id="164" name="Google Shape;164;p24"/>
          <p:cNvSpPr txBox="1"/>
          <p:nvPr/>
        </p:nvSpPr>
        <p:spPr>
          <a:xfrm>
            <a:off x="3402600" y="3677541"/>
            <a:ext cx="2338800" cy="858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dk1"/>
                </a:solidFill>
                <a:latin typeface="Funnel Sans"/>
                <a:ea typeface="Funnel Sans"/>
                <a:cs typeface="Funnel Sans"/>
                <a:sym typeface="Funnel Sans"/>
              </a:rPr>
              <a:t>El buffer espera la sincronización con el reloj</a:t>
            </a:r>
            <a:endParaRPr>
              <a:solidFill>
                <a:schemeClr val="dk1"/>
              </a:solidFill>
              <a:latin typeface="Funnel Sans"/>
              <a:ea typeface="Funnel Sans"/>
              <a:cs typeface="Funnel Sans"/>
              <a:sym typeface="Funnel Sans"/>
            </a:endParaRPr>
          </a:p>
        </p:txBody>
      </p:sp>
      <p:sp>
        <p:nvSpPr>
          <p:cNvPr id="165" name="Google Shape;165;p24"/>
          <p:cNvSpPr txBox="1"/>
          <p:nvPr/>
        </p:nvSpPr>
        <p:spPr>
          <a:xfrm>
            <a:off x="6085200" y="3677541"/>
            <a:ext cx="2338800" cy="858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dk1"/>
                </a:solidFill>
                <a:latin typeface="Funnel Sans"/>
                <a:ea typeface="Funnel Sans"/>
                <a:cs typeface="Funnel Sans"/>
                <a:sym typeface="Funnel Sans"/>
              </a:rPr>
              <a:t>La instrucción avanza hacia ID</a:t>
            </a:r>
            <a:endParaRPr>
              <a:solidFill>
                <a:schemeClr val="dk1"/>
              </a:solidFill>
              <a:latin typeface="Funnel Sans"/>
              <a:ea typeface="Funnel Sans"/>
              <a:cs typeface="Funnel Sans"/>
              <a:sym typeface="Funnel Sans"/>
            </a:endParaRPr>
          </a:p>
        </p:txBody>
      </p:sp>
      <p:cxnSp>
        <p:nvCxnSpPr>
          <p:cNvPr id="166" name="Google Shape;166;p24"/>
          <p:cNvCxnSpPr>
            <a:stCxn id="158" idx="3"/>
            <a:endCxn id="157" idx="1"/>
          </p:cNvCxnSpPr>
          <p:nvPr/>
        </p:nvCxnSpPr>
        <p:spPr>
          <a:xfrm>
            <a:off x="3058800" y="1623075"/>
            <a:ext cx="343800" cy="600"/>
          </a:xfrm>
          <a:prstGeom prst="bentConnector3">
            <a:avLst>
              <a:gd fmla="val 50000" name="adj1"/>
            </a:avLst>
          </a:prstGeom>
          <a:noFill/>
          <a:ln cap="flat" cmpd="sng" w="9525">
            <a:solidFill>
              <a:schemeClr val="dk2"/>
            </a:solidFill>
            <a:prstDash val="solid"/>
            <a:round/>
            <a:headEnd len="med" w="med" type="none"/>
            <a:tailEnd len="med" w="med" type="triangle"/>
          </a:ln>
        </p:spPr>
      </p:cxnSp>
      <p:cxnSp>
        <p:nvCxnSpPr>
          <p:cNvPr id="167" name="Google Shape;167;p24"/>
          <p:cNvCxnSpPr>
            <a:stCxn id="157" idx="3"/>
            <a:endCxn id="156" idx="1"/>
          </p:cNvCxnSpPr>
          <p:nvPr/>
        </p:nvCxnSpPr>
        <p:spPr>
          <a:xfrm>
            <a:off x="5741400" y="1623075"/>
            <a:ext cx="343800" cy="600"/>
          </a:xfrm>
          <a:prstGeom prst="bentConnector3">
            <a:avLst>
              <a:gd fmla="val 50000" name="adj1"/>
            </a:avLst>
          </a:prstGeom>
          <a:noFill/>
          <a:ln cap="flat" cmpd="sng" w="9525">
            <a:solidFill>
              <a:schemeClr val="dk2"/>
            </a:solidFill>
            <a:prstDash val="solid"/>
            <a:round/>
            <a:headEnd len="med" w="med" type="none"/>
            <a:tailEnd len="med" w="med" type="triangle"/>
          </a:ln>
        </p:spPr>
      </p:cxnSp>
      <p:cxnSp>
        <p:nvCxnSpPr>
          <p:cNvPr id="168" name="Google Shape;168;p24"/>
          <p:cNvCxnSpPr>
            <a:stCxn id="162" idx="2"/>
            <a:endCxn id="155" idx="0"/>
          </p:cNvCxnSpPr>
          <p:nvPr/>
        </p:nvCxnSpPr>
        <p:spPr>
          <a:xfrm rot="5400000">
            <a:off x="4316250" y="278148"/>
            <a:ext cx="511500" cy="5365200"/>
          </a:xfrm>
          <a:prstGeom prst="bentConnector3">
            <a:avLst>
              <a:gd fmla="val 50012" name="adj1"/>
            </a:avLst>
          </a:prstGeom>
          <a:noFill/>
          <a:ln cap="flat" cmpd="sng" w="9525">
            <a:solidFill>
              <a:schemeClr val="dk2"/>
            </a:solidFill>
            <a:prstDash val="solid"/>
            <a:round/>
            <a:headEnd len="med" w="med" type="none"/>
            <a:tailEnd len="med" w="med" type="triangle"/>
          </a:ln>
        </p:spPr>
      </p:cxnSp>
      <p:cxnSp>
        <p:nvCxnSpPr>
          <p:cNvPr id="169" name="Google Shape;169;p24"/>
          <p:cNvCxnSpPr>
            <a:stCxn id="155" idx="3"/>
            <a:endCxn id="154" idx="1"/>
          </p:cNvCxnSpPr>
          <p:nvPr/>
        </p:nvCxnSpPr>
        <p:spPr>
          <a:xfrm>
            <a:off x="3058800" y="3453925"/>
            <a:ext cx="343800" cy="600"/>
          </a:xfrm>
          <a:prstGeom prst="bentConnector3">
            <a:avLst>
              <a:gd fmla="val 50000" name="adj1"/>
            </a:avLst>
          </a:prstGeom>
          <a:noFill/>
          <a:ln cap="flat" cmpd="sng" w="9525">
            <a:solidFill>
              <a:schemeClr val="dk2"/>
            </a:solidFill>
            <a:prstDash val="solid"/>
            <a:round/>
            <a:headEnd len="med" w="med" type="none"/>
            <a:tailEnd len="med" w="med" type="triangle"/>
          </a:ln>
        </p:spPr>
      </p:cxnSp>
      <p:cxnSp>
        <p:nvCxnSpPr>
          <p:cNvPr id="170" name="Google Shape;170;p24"/>
          <p:cNvCxnSpPr>
            <a:stCxn id="154" idx="3"/>
            <a:endCxn id="153" idx="1"/>
          </p:cNvCxnSpPr>
          <p:nvPr/>
        </p:nvCxnSpPr>
        <p:spPr>
          <a:xfrm>
            <a:off x="5741400" y="3454225"/>
            <a:ext cx="343800" cy="600"/>
          </a:xfrm>
          <a:prstGeom prst="bentConnector3">
            <a:avLst>
              <a:gd fmla="val 50000" name="adj1"/>
            </a:avLst>
          </a:prstGeom>
          <a:noFill/>
          <a:ln cap="flat" cmpd="sng" w="9525">
            <a:solidFill>
              <a:schemeClr val="dk2"/>
            </a:solidFill>
            <a:prstDash val="solid"/>
            <a:round/>
            <a:headEnd len="med" w="med" type="none"/>
            <a:tailEnd len="med" w="med" type="none"/>
          </a:ln>
        </p:spPr>
      </p:cxnSp>
      <p:sp>
        <p:nvSpPr>
          <p:cNvPr id="171" name="Google Shape;171;p24"/>
          <p:cNvSpPr/>
          <p:nvPr/>
        </p:nvSpPr>
        <p:spPr>
          <a:xfrm rot="5400000">
            <a:off x="4471075" y="533025"/>
            <a:ext cx="201900" cy="8628300"/>
          </a:xfrm>
          <a:prstGeom prst="roundRect">
            <a:avLst>
              <a:gd fmla="val 50000" name="adj"/>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unnel Sans"/>
              <a:ea typeface="Funnel Sans"/>
              <a:cs typeface="Funnel Sans"/>
              <a:sym typeface="Funnel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5"/>
          <p:cNvSpPr/>
          <p:nvPr/>
        </p:nvSpPr>
        <p:spPr>
          <a:xfrm>
            <a:off x="264850" y="1442700"/>
            <a:ext cx="2780700" cy="1410600"/>
          </a:xfrm>
          <a:prstGeom prst="roundRect">
            <a:avLst>
              <a:gd fmla="val 902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unnel Sans"/>
              <a:ea typeface="Funnel Sans"/>
              <a:cs typeface="Funnel Sans"/>
              <a:sym typeface="Funnel Sans"/>
            </a:endParaRPr>
          </a:p>
        </p:txBody>
      </p:sp>
      <p:sp>
        <p:nvSpPr>
          <p:cNvPr id="177" name="Google Shape;177;p25"/>
          <p:cNvSpPr/>
          <p:nvPr/>
        </p:nvSpPr>
        <p:spPr>
          <a:xfrm>
            <a:off x="264850" y="3120350"/>
            <a:ext cx="2780700" cy="1410600"/>
          </a:xfrm>
          <a:prstGeom prst="roundRect">
            <a:avLst>
              <a:gd fmla="val 902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unnel Sans"/>
              <a:ea typeface="Funnel Sans"/>
              <a:cs typeface="Funnel Sans"/>
              <a:sym typeface="Funnel Sans"/>
            </a:endParaRPr>
          </a:p>
        </p:txBody>
      </p:sp>
      <p:sp>
        <p:nvSpPr>
          <p:cNvPr id="178" name="Google Shape;178;p25"/>
          <p:cNvSpPr/>
          <p:nvPr/>
        </p:nvSpPr>
        <p:spPr>
          <a:xfrm>
            <a:off x="3247100" y="1461275"/>
            <a:ext cx="2780700" cy="1410600"/>
          </a:xfrm>
          <a:prstGeom prst="roundRect">
            <a:avLst>
              <a:gd fmla="val 902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unnel Sans"/>
              <a:ea typeface="Funnel Sans"/>
              <a:cs typeface="Funnel Sans"/>
              <a:sym typeface="Funnel Sans"/>
            </a:endParaRPr>
          </a:p>
        </p:txBody>
      </p:sp>
      <p:sp>
        <p:nvSpPr>
          <p:cNvPr id="179" name="Google Shape;179;p25"/>
          <p:cNvSpPr txBox="1"/>
          <p:nvPr>
            <p:ph type="title"/>
          </p:nvPr>
        </p:nvSpPr>
        <p:spPr>
          <a:xfrm>
            <a:off x="684250" y="501503"/>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Instruction Decode</a:t>
            </a:r>
            <a:endParaRPr/>
          </a:p>
        </p:txBody>
      </p:sp>
      <p:sp>
        <p:nvSpPr>
          <p:cNvPr id="180" name="Google Shape;180;p25"/>
          <p:cNvSpPr txBox="1"/>
          <p:nvPr>
            <p:ph idx="1" type="subTitle"/>
          </p:nvPr>
        </p:nvSpPr>
        <p:spPr>
          <a:xfrm>
            <a:off x="458650" y="2044176"/>
            <a:ext cx="2393100" cy="394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Genera señales de control.</a:t>
            </a:r>
            <a:endParaRPr/>
          </a:p>
        </p:txBody>
      </p:sp>
      <p:sp>
        <p:nvSpPr>
          <p:cNvPr id="181" name="Google Shape;181;p25"/>
          <p:cNvSpPr txBox="1"/>
          <p:nvPr>
            <p:ph idx="2" type="subTitle"/>
          </p:nvPr>
        </p:nvSpPr>
        <p:spPr>
          <a:xfrm>
            <a:off x="458650" y="3721824"/>
            <a:ext cx="2393100" cy="861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Lee registros fuente rs y rt</a:t>
            </a:r>
            <a:endParaRPr/>
          </a:p>
        </p:txBody>
      </p:sp>
      <p:sp>
        <p:nvSpPr>
          <p:cNvPr id="182" name="Google Shape;182;p25"/>
          <p:cNvSpPr txBox="1"/>
          <p:nvPr>
            <p:ph idx="3" type="subTitle"/>
          </p:nvPr>
        </p:nvSpPr>
        <p:spPr>
          <a:xfrm>
            <a:off x="3440900" y="2159374"/>
            <a:ext cx="2393100" cy="861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Extiende inmediatos a 32 bits.</a:t>
            </a:r>
            <a:endParaRPr/>
          </a:p>
        </p:txBody>
      </p:sp>
      <p:sp>
        <p:nvSpPr>
          <p:cNvPr id="183" name="Google Shape;183;p25"/>
          <p:cNvSpPr txBox="1"/>
          <p:nvPr>
            <p:ph idx="4" type="subTitle"/>
          </p:nvPr>
        </p:nvSpPr>
        <p:spPr>
          <a:xfrm>
            <a:off x="458650" y="1740638"/>
            <a:ext cx="2393100" cy="394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U_Control</a:t>
            </a:r>
            <a:endParaRPr/>
          </a:p>
        </p:txBody>
      </p:sp>
      <p:sp>
        <p:nvSpPr>
          <p:cNvPr id="184" name="Google Shape;184;p25"/>
          <p:cNvSpPr txBox="1"/>
          <p:nvPr>
            <p:ph idx="5" type="subTitle"/>
          </p:nvPr>
        </p:nvSpPr>
        <p:spPr>
          <a:xfrm>
            <a:off x="458650" y="3418300"/>
            <a:ext cx="2393100" cy="394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BancoReg</a:t>
            </a:r>
            <a:endParaRPr/>
          </a:p>
        </p:txBody>
      </p:sp>
      <p:sp>
        <p:nvSpPr>
          <p:cNvPr id="185" name="Google Shape;185;p25"/>
          <p:cNvSpPr txBox="1"/>
          <p:nvPr>
            <p:ph idx="6" type="subTitle"/>
          </p:nvPr>
        </p:nvSpPr>
        <p:spPr>
          <a:xfrm>
            <a:off x="3440900" y="1759238"/>
            <a:ext cx="2393100" cy="394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Sign Extend</a:t>
            </a:r>
            <a:endParaRPr/>
          </a:p>
        </p:txBody>
      </p:sp>
      <p:sp>
        <p:nvSpPr>
          <p:cNvPr id="186" name="Google Shape;186;p25"/>
          <p:cNvSpPr/>
          <p:nvPr/>
        </p:nvSpPr>
        <p:spPr>
          <a:xfrm rot="5400000">
            <a:off x="4471075" y="498225"/>
            <a:ext cx="201900" cy="8907000"/>
          </a:xfrm>
          <a:prstGeom prst="roundRect">
            <a:avLst>
              <a:gd fmla="val 50000" name="adj"/>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unnel Sans"/>
              <a:ea typeface="Funnel Sans"/>
              <a:cs typeface="Funnel Sans"/>
              <a:sym typeface="Funnel Sans"/>
            </a:endParaRPr>
          </a:p>
        </p:txBody>
      </p:sp>
      <p:sp>
        <p:nvSpPr>
          <p:cNvPr id="187" name="Google Shape;187;p25"/>
          <p:cNvSpPr/>
          <p:nvPr/>
        </p:nvSpPr>
        <p:spPr>
          <a:xfrm>
            <a:off x="3247100" y="3045650"/>
            <a:ext cx="2780700" cy="1410600"/>
          </a:xfrm>
          <a:prstGeom prst="roundRect">
            <a:avLst>
              <a:gd fmla="val 902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unnel Sans"/>
              <a:ea typeface="Funnel Sans"/>
              <a:cs typeface="Funnel Sans"/>
              <a:sym typeface="Funnel Sans"/>
            </a:endParaRPr>
          </a:p>
        </p:txBody>
      </p:sp>
      <p:sp>
        <p:nvSpPr>
          <p:cNvPr id="188" name="Google Shape;188;p25"/>
          <p:cNvSpPr txBox="1"/>
          <p:nvPr>
            <p:ph idx="3" type="subTitle"/>
          </p:nvPr>
        </p:nvSpPr>
        <p:spPr>
          <a:xfrm>
            <a:off x="3440900" y="3743749"/>
            <a:ext cx="2393100" cy="861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Guarda datos y control para EX.</a:t>
            </a:r>
            <a:endParaRPr/>
          </a:p>
        </p:txBody>
      </p:sp>
      <p:sp>
        <p:nvSpPr>
          <p:cNvPr id="189" name="Google Shape;189;p25"/>
          <p:cNvSpPr txBox="1"/>
          <p:nvPr>
            <p:ph idx="6" type="subTitle"/>
          </p:nvPr>
        </p:nvSpPr>
        <p:spPr>
          <a:xfrm>
            <a:off x="3440900" y="3343613"/>
            <a:ext cx="2393100" cy="394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Buffer Datos</a:t>
            </a:r>
            <a:endParaRPr/>
          </a:p>
        </p:txBody>
      </p:sp>
      <p:pic>
        <p:nvPicPr>
          <p:cNvPr id="190" name="Google Shape;190;p25" title="nstruction-formats-for-MIPS-architecture-1.png"/>
          <p:cNvPicPr preferRelativeResize="0"/>
          <p:nvPr/>
        </p:nvPicPr>
        <p:blipFill>
          <a:blip r:embed="rId3">
            <a:alphaModFix/>
          </a:blip>
          <a:stretch>
            <a:fillRect/>
          </a:stretch>
        </p:blipFill>
        <p:spPr>
          <a:xfrm>
            <a:off x="6138900" y="1984175"/>
            <a:ext cx="2892701" cy="18842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6"/>
          <p:cNvSpPr/>
          <p:nvPr/>
        </p:nvSpPr>
        <p:spPr>
          <a:xfrm>
            <a:off x="6085200" y="3216925"/>
            <a:ext cx="2338800" cy="4746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chemeClr val="accent2"/>
                </a:solidFill>
                <a:latin typeface="DM Sans"/>
                <a:ea typeface="DM Sans"/>
                <a:cs typeface="DM Sans"/>
                <a:sym typeface="DM Sans"/>
              </a:rPr>
              <a:t>TRANSICION</a:t>
            </a:r>
            <a:endParaRPr>
              <a:solidFill>
                <a:schemeClr val="accent2"/>
              </a:solidFill>
              <a:latin typeface="Funnel Sans"/>
              <a:ea typeface="Funnel Sans"/>
              <a:cs typeface="Funnel Sans"/>
              <a:sym typeface="Funnel Sans"/>
            </a:endParaRPr>
          </a:p>
        </p:txBody>
      </p:sp>
      <p:sp>
        <p:nvSpPr>
          <p:cNvPr id="196" name="Google Shape;196;p26"/>
          <p:cNvSpPr/>
          <p:nvPr/>
        </p:nvSpPr>
        <p:spPr>
          <a:xfrm>
            <a:off x="3402600" y="3216925"/>
            <a:ext cx="2338800" cy="4746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chemeClr val="dk2"/>
                </a:solidFill>
                <a:latin typeface="DM Sans"/>
                <a:ea typeface="DM Sans"/>
                <a:cs typeface="DM Sans"/>
                <a:sym typeface="DM Sans"/>
              </a:rPr>
              <a:t>BufferDatos</a:t>
            </a:r>
            <a:endParaRPr>
              <a:solidFill>
                <a:schemeClr val="dk2"/>
              </a:solidFill>
              <a:latin typeface="Funnel Sans"/>
              <a:ea typeface="Funnel Sans"/>
              <a:cs typeface="Funnel Sans"/>
              <a:sym typeface="Funnel Sans"/>
            </a:endParaRPr>
          </a:p>
        </p:txBody>
      </p:sp>
      <p:sp>
        <p:nvSpPr>
          <p:cNvPr id="197" name="Google Shape;197;p26"/>
          <p:cNvSpPr/>
          <p:nvPr/>
        </p:nvSpPr>
        <p:spPr>
          <a:xfrm>
            <a:off x="720000" y="3216625"/>
            <a:ext cx="2338800" cy="4746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chemeClr val="dk2"/>
                </a:solidFill>
                <a:latin typeface="DM Sans"/>
                <a:ea typeface="DM Sans"/>
                <a:cs typeface="DM Sans"/>
                <a:sym typeface="DM Sans"/>
              </a:rPr>
              <a:t>INMEDIATOS</a:t>
            </a:r>
            <a:endParaRPr>
              <a:solidFill>
                <a:schemeClr val="dk2"/>
              </a:solidFill>
              <a:latin typeface="Funnel Sans"/>
              <a:ea typeface="Funnel Sans"/>
              <a:cs typeface="Funnel Sans"/>
              <a:sym typeface="Funnel Sans"/>
            </a:endParaRPr>
          </a:p>
        </p:txBody>
      </p:sp>
      <p:sp>
        <p:nvSpPr>
          <p:cNvPr id="198" name="Google Shape;198;p26"/>
          <p:cNvSpPr/>
          <p:nvPr/>
        </p:nvSpPr>
        <p:spPr>
          <a:xfrm>
            <a:off x="6085200" y="1385775"/>
            <a:ext cx="2338800" cy="4746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chemeClr val="dk2"/>
                </a:solidFill>
                <a:latin typeface="DM Sans"/>
                <a:ea typeface="DM Sans"/>
                <a:cs typeface="DM Sans"/>
                <a:sym typeface="DM Sans"/>
              </a:rPr>
              <a:t>REGISTROS</a:t>
            </a:r>
            <a:endParaRPr>
              <a:solidFill>
                <a:schemeClr val="dk2"/>
              </a:solidFill>
              <a:latin typeface="Funnel Sans"/>
              <a:ea typeface="Funnel Sans"/>
              <a:cs typeface="Funnel Sans"/>
              <a:sym typeface="Funnel Sans"/>
            </a:endParaRPr>
          </a:p>
        </p:txBody>
      </p:sp>
      <p:sp>
        <p:nvSpPr>
          <p:cNvPr id="199" name="Google Shape;199;p26"/>
          <p:cNvSpPr/>
          <p:nvPr/>
        </p:nvSpPr>
        <p:spPr>
          <a:xfrm>
            <a:off x="3402600" y="1385775"/>
            <a:ext cx="2338800" cy="4746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chemeClr val="dk2"/>
                </a:solidFill>
                <a:latin typeface="DM Sans"/>
                <a:ea typeface="DM Sans"/>
                <a:cs typeface="DM Sans"/>
                <a:sym typeface="DM Sans"/>
              </a:rPr>
              <a:t>CONTROL</a:t>
            </a:r>
            <a:endParaRPr>
              <a:solidFill>
                <a:schemeClr val="dk2"/>
              </a:solidFill>
              <a:latin typeface="Funnel Sans"/>
              <a:ea typeface="Funnel Sans"/>
              <a:cs typeface="Funnel Sans"/>
              <a:sym typeface="Funnel Sans"/>
            </a:endParaRPr>
          </a:p>
        </p:txBody>
      </p:sp>
      <p:sp>
        <p:nvSpPr>
          <p:cNvPr id="200" name="Google Shape;200;p26"/>
          <p:cNvSpPr/>
          <p:nvPr/>
        </p:nvSpPr>
        <p:spPr>
          <a:xfrm>
            <a:off x="720000" y="1385775"/>
            <a:ext cx="2338800" cy="4746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chemeClr val="accent2"/>
                </a:solidFill>
                <a:latin typeface="DM Sans"/>
                <a:ea typeface="DM Sans"/>
                <a:cs typeface="DM Sans"/>
                <a:sym typeface="DM Sans"/>
              </a:rPr>
              <a:t>ANALISIS</a:t>
            </a:r>
            <a:endParaRPr>
              <a:solidFill>
                <a:schemeClr val="accent2"/>
              </a:solidFill>
              <a:latin typeface="Funnel Sans"/>
              <a:ea typeface="Funnel Sans"/>
              <a:cs typeface="Funnel Sans"/>
              <a:sym typeface="Funnel Sans"/>
            </a:endParaRPr>
          </a:p>
        </p:txBody>
      </p:sp>
      <p:sp>
        <p:nvSpPr>
          <p:cNvPr id="201" name="Google Shape;201;p26"/>
          <p:cNvSpPr txBox="1"/>
          <p:nvPr>
            <p:ph type="title"/>
          </p:nvPr>
        </p:nvSpPr>
        <p:spPr>
          <a:xfrm>
            <a:off x="720000" y="4586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SECUENCIA ID</a:t>
            </a:r>
            <a:endParaRPr/>
          </a:p>
        </p:txBody>
      </p:sp>
      <p:sp>
        <p:nvSpPr>
          <p:cNvPr id="202" name="Google Shape;202;p26"/>
          <p:cNvSpPr txBox="1"/>
          <p:nvPr/>
        </p:nvSpPr>
        <p:spPr>
          <a:xfrm>
            <a:off x="720000" y="1846398"/>
            <a:ext cx="2338800" cy="858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dk1"/>
                </a:solidFill>
                <a:latin typeface="Funnel Sans"/>
                <a:ea typeface="Funnel Sans"/>
                <a:cs typeface="Funnel Sans"/>
                <a:sym typeface="Funnel Sans"/>
              </a:rPr>
              <a:t>Se separan opcode, rs, rt y rd y funct.</a:t>
            </a:r>
            <a:endParaRPr>
              <a:solidFill>
                <a:schemeClr val="dk1"/>
              </a:solidFill>
              <a:latin typeface="Funnel Sans"/>
              <a:ea typeface="Funnel Sans"/>
              <a:cs typeface="Funnel Sans"/>
              <a:sym typeface="Funnel Sans"/>
            </a:endParaRPr>
          </a:p>
        </p:txBody>
      </p:sp>
      <p:sp>
        <p:nvSpPr>
          <p:cNvPr id="203" name="Google Shape;203;p26"/>
          <p:cNvSpPr txBox="1"/>
          <p:nvPr/>
        </p:nvSpPr>
        <p:spPr>
          <a:xfrm>
            <a:off x="3402600" y="1846398"/>
            <a:ext cx="2338800" cy="858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dk1"/>
                </a:solidFill>
                <a:latin typeface="Funnel Sans"/>
                <a:ea typeface="Funnel Sans"/>
                <a:cs typeface="Funnel Sans"/>
                <a:sym typeface="Funnel Sans"/>
              </a:rPr>
              <a:t>U_Control genera señales del procesador</a:t>
            </a:r>
            <a:endParaRPr>
              <a:solidFill>
                <a:schemeClr val="dk1"/>
              </a:solidFill>
              <a:latin typeface="Funnel Sans"/>
              <a:ea typeface="Funnel Sans"/>
              <a:cs typeface="Funnel Sans"/>
              <a:sym typeface="Funnel Sans"/>
            </a:endParaRPr>
          </a:p>
        </p:txBody>
      </p:sp>
      <p:sp>
        <p:nvSpPr>
          <p:cNvPr id="204" name="Google Shape;204;p26"/>
          <p:cNvSpPr txBox="1"/>
          <p:nvPr/>
        </p:nvSpPr>
        <p:spPr>
          <a:xfrm>
            <a:off x="6085200" y="1846398"/>
            <a:ext cx="2338800" cy="858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dk1"/>
                </a:solidFill>
                <a:latin typeface="Funnel Sans"/>
                <a:ea typeface="Funnel Sans"/>
                <a:cs typeface="Funnel Sans"/>
                <a:sym typeface="Funnel Sans"/>
              </a:rPr>
              <a:t>BancoReg lee los operandos necesarios.</a:t>
            </a:r>
            <a:endParaRPr>
              <a:solidFill>
                <a:schemeClr val="dk1"/>
              </a:solidFill>
              <a:latin typeface="Funnel Sans"/>
              <a:ea typeface="Funnel Sans"/>
              <a:cs typeface="Funnel Sans"/>
              <a:sym typeface="Funnel Sans"/>
            </a:endParaRPr>
          </a:p>
        </p:txBody>
      </p:sp>
      <p:sp>
        <p:nvSpPr>
          <p:cNvPr id="205" name="Google Shape;205;p26"/>
          <p:cNvSpPr txBox="1"/>
          <p:nvPr/>
        </p:nvSpPr>
        <p:spPr>
          <a:xfrm>
            <a:off x="720000" y="3677541"/>
            <a:ext cx="2338800" cy="858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dk1"/>
                </a:solidFill>
                <a:latin typeface="Funnel Sans"/>
                <a:ea typeface="Funnel Sans"/>
                <a:cs typeface="Funnel Sans"/>
                <a:sym typeface="Funnel Sans"/>
              </a:rPr>
              <a:t>SignExtend convierte datos a 32 bits</a:t>
            </a:r>
            <a:endParaRPr>
              <a:solidFill>
                <a:schemeClr val="dk1"/>
              </a:solidFill>
              <a:latin typeface="Funnel Sans"/>
              <a:ea typeface="Funnel Sans"/>
              <a:cs typeface="Funnel Sans"/>
              <a:sym typeface="Funnel Sans"/>
            </a:endParaRPr>
          </a:p>
        </p:txBody>
      </p:sp>
      <p:sp>
        <p:nvSpPr>
          <p:cNvPr id="206" name="Google Shape;206;p26"/>
          <p:cNvSpPr txBox="1"/>
          <p:nvPr/>
        </p:nvSpPr>
        <p:spPr>
          <a:xfrm>
            <a:off x="3402600" y="3677541"/>
            <a:ext cx="2338800" cy="858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dk1"/>
                </a:solidFill>
                <a:latin typeface="Funnel Sans"/>
                <a:ea typeface="Funnel Sans"/>
                <a:cs typeface="Funnel Sans"/>
                <a:sym typeface="Funnel Sans"/>
              </a:rPr>
              <a:t>Recibe señal y espera flanco de reloj positivo</a:t>
            </a:r>
            <a:endParaRPr>
              <a:solidFill>
                <a:schemeClr val="dk1"/>
              </a:solidFill>
              <a:latin typeface="Funnel Sans"/>
              <a:ea typeface="Funnel Sans"/>
              <a:cs typeface="Funnel Sans"/>
              <a:sym typeface="Funnel Sans"/>
            </a:endParaRPr>
          </a:p>
        </p:txBody>
      </p:sp>
      <p:sp>
        <p:nvSpPr>
          <p:cNvPr id="207" name="Google Shape;207;p26"/>
          <p:cNvSpPr txBox="1"/>
          <p:nvPr/>
        </p:nvSpPr>
        <p:spPr>
          <a:xfrm>
            <a:off x="6085200" y="3677541"/>
            <a:ext cx="2338800" cy="858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dk1"/>
                </a:solidFill>
                <a:latin typeface="Funnel Sans"/>
                <a:ea typeface="Funnel Sans"/>
                <a:cs typeface="Funnel Sans"/>
                <a:sym typeface="Funnel Sans"/>
              </a:rPr>
              <a:t>Prepara la etapa EX</a:t>
            </a:r>
            <a:endParaRPr>
              <a:solidFill>
                <a:schemeClr val="dk1"/>
              </a:solidFill>
              <a:latin typeface="Funnel Sans"/>
              <a:ea typeface="Funnel Sans"/>
              <a:cs typeface="Funnel Sans"/>
              <a:sym typeface="Funnel Sans"/>
            </a:endParaRPr>
          </a:p>
        </p:txBody>
      </p:sp>
      <p:cxnSp>
        <p:nvCxnSpPr>
          <p:cNvPr id="208" name="Google Shape;208;p26"/>
          <p:cNvCxnSpPr>
            <a:stCxn id="200" idx="3"/>
            <a:endCxn id="199" idx="1"/>
          </p:cNvCxnSpPr>
          <p:nvPr/>
        </p:nvCxnSpPr>
        <p:spPr>
          <a:xfrm>
            <a:off x="3058800" y="1623075"/>
            <a:ext cx="343800" cy="600"/>
          </a:xfrm>
          <a:prstGeom prst="bentConnector3">
            <a:avLst>
              <a:gd fmla="val 50000" name="adj1"/>
            </a:avLst>
          </a:prstGeom>
          <a:noFill/>
          <a:ln cap="flat" cmpd="sng" w="9525">
            <a:solidFill>
              <a:schemeClr val="dk2"/>
            </a:solidFill>
            <a:prstDash val="solid"/>
            <a:round/>
            <a:headEnd len="med" w="med" type="none"/>
            <a:tailEnd len="med" w="med" type="triangle"/>
          </a:ln>
        </p:spPr>
      </p:cxnSp>
      <p:cxnSp>
        <p:nvCxnSpPr>
          <p:cNvPr id="209" name="Google Shape;209;p26"/>
          <p:cNvCxnSpPr>
            <a:stCxn id="199" idx="3"/>
            <a:endCxn id="198" idx="1"/>
          </p:cNvCxnSpPr>
          <p:nvPr/>
        </p:nvCxnSpPr>
        <p:spPr>
          <a:xfrm>
            <a:off x="5741400" y="1623075"/>
            <a:ext cx="343800" cy="600"/>
          </a:xfrm>
          <a:prstGeom prst="bentConnector3">
            <a:avLst>
              <a:gd fmla="val 50000" name="adj1"/>
            </a:avLst>
          </a:prstGeom>
          <a:noFill/>
          <a:ln cap="flat" cmpd="sng" w="9525">
            <a:solidFill>
              <a:schemeClr val="dk2"/>
            </a:solidFill>
            <a:prstDash val="solid"/>
            <a:round/>
            <a:headEnd len="med" w="med" type="none"/>
            <a:tailEnd len="med" w="med" type="triangle"/>
          </a:ln>
        </p:spPr>
      </p:cxnSp>
      <p:cxnSp>
        <p:nvCxnSpPr>
          <p:cNvPr id="210" name="Google Shape;210;p26"/>
          <p:cNvCxnSpPr>
            <a:stCxn id="204" idx="2"/>
            <a:endCxn id="197" idx="0"/>
          </p:cNvCxnSpPr>
          <p:nvPr/>
        </p:nvCxnSpPr>
        <p:spPr>
          <a:xfrm rot="5400000">
            <a:off x="4316250" y="278148"/>
            <a:ext cx="511500" cy="5365200"/>
          </a:xfrm>
          <a:prstGeom prst="bentConnector3">
            <a:avLst>
              <a:gd fmla="val 50012" name="adj1"/>
            </a:avLst>
          </a:prstGeom>
          <a:noFill/>
          <a:ln cap="flat" cmpd="sng" w="9525">
            <a:solidFill>
              <a:schemeClr val="dk2"/>
            </a:solidFill>
            <a:prstDash val="solid"/>
            <a:round/>
            <a:headEnd len="med" w="med" type="none"/>
            <a:tailEnd len="med" w="med" type="triangle"/>
          </a:ln>
        </p:spPr>
      </p:cxnSp>
      <p:cxnSp>
        <p:nvCxnSpPr>
          <p:cNvPr id="211" name="Google Shape;211;p26"/>
          <p:cNvCxnSpPr>
            <a:stCxn id="197" idx="3"/>
            <a:endCxn id="196" idx="1"/>
          </p:cNvCxnSpPr>
          <p:nvPr/>
        </p:nvCxnSpPr>
        <p:spPr>
          <a:xfrm>
            <a:off x="3058800" y="3453925"/>
            <a:ext cx="343800" cy="600"/>
          </a:xfrm>
          <a:prstGeom prst="bentConnector3">
            <a:avLst>
              <a:gd fmla="val 50000" name="adj1"/>
            </a:avLst>
          </a:prstGeom>
          <a:noFill/>
          <a:ln cap="flat" cmpd="sng" w="9525">
            <a:solidFill>
              <a:schemeClr val="dk2"/>
            </a:solidFill>
            <a:prstDash val="solid"/>
            <a:round/>
            <a:headEnd len="med" w="med" type="none"/>
            <a:tailEnd len="med" w="med" type="triangle"/>
          </a:ln>
        </p:spPr>
      </p:cxnSp>
      <p:cxnSp>
        <p:nvCxnSpPr>
          <p:cNvPr id="212" name="Google Shape;212;p26"/>
          <p:cNvCxnSpPr>
            <a:stCxn id="196" idx="3"/>
            <a:endCxn id="195" idx="1"/>
          </p:cNvCxnSpPr>
          <p:nvPr/>
        </p:nvCxnSpPr>
        <p:spPr>
          <a:xfrm>
            <a:off x="5741400" y="3454225"/>
            <a:ext cx="343800" cy="600"/>
          </a:xfrm>
          <a:prstGeom prst="bentConnector3">
            <a:avLst>
              <a:gd fmla="val 50000" name="adj1"/>
            </a:avLst>
          </a:prstGeom>
          <a:noFill/>
          <a:ln cap="flat" cmpd="sng" w="9525">
            <a:solidFill>
              <a:schemeClr val="dk2"/>
            </a:solidFill>
            <a:prstDash val="solid"/>
            <a:round/>
            <a:headEnd len="med" w="med" type="none"/>
            <a:tailEnd len="med" w="med" type="none"/>
          </a:ln>
        </p:spPr>
      </p:cxnSp>
      <p:sp>
        <p:nvSpPr>
          <p:cNvPr id="213" name="Google Shape;213;p26"/>
          <p:cNvSpPr/>
          <p:nvPr/>
        </p:nvSpPr>
        <p:spPr>
          <a:xfrm rot="5400000">
            <a:off x="4471075" y="533025"/>
            <a:ext cx="201900" cy="8628300"/>
          </a:xfrm>
          <a:prstGeom prst="roundRect">
            <a:avLst>
              <a:gd fmla="val 50000" name="adj"/>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unnel Sans"/>
              <a:ea typeface="Funnel Sans"/>
              <a:cs typeface="Funnel Sans"/>
              <a:sym typeface="Funnel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p:nvPr/>
        </p:nvSpPr>
        <p:spPr>
          <a:xfrm>
            <a:off x="264850" y="1442700"/>
            <a:ext cx="2780700" cy="1410600"/>
          </a:xfrm>
          <a:prstGeom prst="roundRect">
            <a:avLst>
              <a:gd fmla="val 902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unnel Sans"/>
              <a:ea typeface="Funnel Sans"/>
              <a:cs typeface="Funnel Sans"/>
              <a:sym typeface="Funnel Sans"/>
            </a:endParaRPr>
          </a:p>
        </p:txBody>
      </p:sp>
      <p:sp>
        <p:nvSpPr>
          <p:cNvPr id="219" name="Google Shape;219;p27"/>
          <p:cNvSpPr/>
          <p:nvPr/>
        </p:nvSpPr>
        <p:spPr>
          <a:xfrm>
            <a:off x="264850" y="3120350"/>
            <a:ext cx="2780700" cy="1410600"/>
          </a:xfrm>
          <a:prstGeom prst="roundRect">
            <a:avLst>
              <a:gd fmla="val 902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unnel Sans"/>
              <a:ea typeface="Funnel Sans"/>
              <a:cs typeface="Funnel Sans"/>
              <a:sym typeface="Funnel Sans"/>
            </a:endParaRPr>
          </a:p>
        </p:txBody>
      </p:sp>
      <p:sp>
        <p:nvSpPr>
          <p:cNvPr id="220" name="Google Shape;220;p27"/>
          <p:cNvSpPr/>
          <p:nvPr/>
        </p:nvSpPr>
        <p:spPr>
          <a:xfrm>
            <a:off x="3247100" y="1461275"/>
            <a:ext cx="2780700" cy="1410600"/>
          </a:xfrm>
          <a:prstGeom prst="roundRect">
            <a:avLst>
              <a:gd fmla="val 902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unnel Sans"/>
              <a:ea typeface="Funnel Sans"/>
              <a:cs typeface="Funnel Sans"/>
              <a:sym typeface="Funnel Sans"/>
            </a:endParaRPr>
          </a:p>
        </p:txBody>
      </p:sp>
      <p:sp>
        <p:nvSpPr>
          <p:cNvPr id="221" name="Google Shape;221;p27"/>
          <p:cNvSpPr txBox="1"/>
          <p:nvPr>
            <p:ph type="title"/>
          </p:nvPr>
        </p:nvSpPr>
        <p:spPr>
          <a:xfrm>
            <a:off x="684250" y="501503"/>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EXECUTE</a:t>
            </a:r>
            <a:endParaRPr/>
          </a:p>
        </p:txBody>
      </p:sp>
      <p:sp>
        <p:nvSpPr>
          <p:cNvPr id="222" name="Google Shape;222;p27"/>
          <p:cNvSpPr txBox="1"/>
          <p:nvPr>
            <p:ph idx="1" type="subTitle"/>
          </p:nvPr>
        </p:nvSpPr>
        <p:spPr>
          <a:xfrm>
            <a:off x="458650" y="2044176"/>
            <a:ext cx="2393100" cy="394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Selecciona operación de ALU</a:t>
            </a:r>
            <a:endParaRPr/>
          </a:p>
        </p:txBody>
      </p:sp>
      <p:sp>
        <p:nvSpPr>
          <p:cNvPr id="223" name="Google Shape;223;p27"/>
          <p:cNvSpPr txBox="1"/>
          <p:nvPr>
            <p:ph idx="2" type="subTitle"/>
          </p:nvPr>
        </p:nvSpPr>
        <p:spPr>
          <a:xfrm>
            <a:off x="458650" y="3721824"/>
            <a:ext cx="2393100" cy="861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Selecciona registro destino</a:t>
            </a:r>
            <a:endParaRPr/>
          </a:p>
        </p:txBody>
      </p:sp>
      <p:sp>
        <p:nvSpPr>
          <p:cNvPr id="224" name="Google Shape;224;p27"/>
          <p:cNvSpPr txBox="1"/>
          <p:nvPr>
            <p:ph idx="3" type="subTitle"/>
          </p:nvPr>
        </p:nvSpPr>
        <p:spPr>
          <a:xfrm>
            <a:off x="3440900" y="2159374"/>
            <a:ext cx="2393100" cy="861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Ejecuta las operaciones </a:t>
            </a:r>
            <a:endParaRPr/>
          </a:p>
        </p:txBody>
      </p:sp>
      <p:sp>
        <p:nvSpPr>
          <p:cNvPr id="225" name="Google Shape;225;p27"/>
          <p:cNvSpPr txBox="1"/>
          <p:nvPr>
            <p:ph idx="4" type="subTitle"/>
          </p:nvPr>
        </p:nvSpPr>
        <p:spPr>
          <a:xfrm>
            <a:off x="458650" y="1740638"/>
            <a:ext cx="2393100" cy="394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ALU_Control</a:t>
            </a:r>
            <a:endParaRPr/>
          </a:p>
        </p:txBody>
      </p:sp>
      <p:sp>
        <p:nvSpPr>
          <p:cNvPr id="226" name="Google Shape;226;p27"/>
          <p:cNvSpPr txBox="1"/>
          <p:nvPr>
            <p:ph idx="5" type="subTitle"/>
          </p:nvPr>
        </p:nvSpPr>
        <p:spPr>
          <a:xfrm>
            <a:off x="458650" y="3418300"/>
            <a:ext cx="2393100" cy="394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MUX2_1_5</a:t>
            </a:r>
            <a:endParaRPr/>
          </a:p>
        </p:txBody>
      </p:sp>
      <p:sp>
        <p:nvSpPr>
          <p:cNvPr id="227" name="Google Shape;227;p27"/>
          <p:cNvSpPr txBox="1"/>
          <p:nvPr>
            <p:ph idx="6" type="subTitle"/>
          </p:nvPr>
        </p:nvSpPr>
        <p:spPr>
          <a:xfrm>
            <a:off x="3440900" y="1759238"/>
            <a:ext cx="2393100" cy="394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ALU</a:t>
            </a:r>
            <a:endParaRPr/>
          </a:p>
        </p:txBody>
      </p:sp>
      <p:sp>
        <p:nvSpPr>
          <p:cNvPr id="228" name="Google Shape;228;p27"/>
          <p:cNvSpPr/>
          <p:nvPr/>
        </p:nvSpPr>
        <p:spPr>
          <a:xfrm rot="5400000">
            <a:off x="4471075" y="498225"/>
            <a:ext cx="201900" cy="8907000"/>
          </a:xfrm>
          <a:prstGeom prst="roundRect">
            <a:avLst>
              <a:gd fmla="val 50000" name="adj"/>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unnel Sans"/>
              <a:ea typeface="Funnel Sans"/>
              <a:cs typeface="Funnel Sans"/>
              <a:sym typeface="Funnel Sans"/>
            </a:endParaRPr>
          </a:p>
        </p:txBody>
      </p:sp>
      <p:sp>
        <p:nvSpPr>
          <p:cNvPr id="229" name="Google Shape;229;p27"/>
          <p:cNvSpPr/>
          <p:nvPr/>
        </p:nvSpPr>
        <p:spPr>
          <a:xfrm>
            <a:off x="3247100" y="3045650"/>
            <a:ext cx="2780700" cy="1410600"/>
          </a:xfrm>
          <a:prstGeom prst="roundRect">
            <a:avLst>
              <a:gd fmla="val 902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unnel Sans"/>
              <a:ea typeface="Funnel Sans"/>
              <a:cs typeface="Funnel Sans"/>
              <a:sym typeface="Funnel Sans"/>
            </a:endParaRPr>
          </a:p>
        </p:txBody>
      </p:sp>
      <p:sp>
        <p:nvSpPr>
          <p:cNvPr id="230" name="Google Shape;230;p27"/>
          <p:cNvSpPr txBox="1"/>
          <p:nvPr>
            <p:ph idx="3" type="subTitle"/>
          </p:nvPr>
        </p:nvSpPr>
        <p:spPr>
          <a:xfrm>
            <a:off x="3440900" y="3743749"/>
            <a:ext cx="2393100" cy="861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Resuelve hazards de datos</a:t>
            </a:r>
            <a:endParaRPr/>
          </a:p>
        </p:txBody>
      </p:sp>
      <p:sp>
        <p:nvSpPr>
          <p:cNvPr id="231" name="Google Shape;231;p27"/>
          <p:cNvSpPr txBox="1"/>
          <p:nvPr>
            <p:ph idx="6" type="subTitle"/>
          </p:nvPr>
        </p:nvSpPr>
        <p:spPr>
          <a:xfrm>
            <a:off x="3440900" y="3343613"/>
            <a:ext cx="2393100" cy="394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Forwarding_Unit</a:t>
            </a:r>
            <a:endParaRPr/>
          </a:p>
        </p:txBody>
      </p:sp>
      <p:sp>
        <p:nvSpPr>
          <p:cNvPr id="232" name="Google Shape;232;p27"/>
          <p:cNvSpPr/>
          <p:nvPr/>
        </p:nvSpPr>
        <p:spPr>
          <a:xfrm>
            <a:off x="6141400" y="1461275"/>
            <a:ext cx="2780700" cy="1410600"/>
          </a:xfrm>
          <a:prstGeom prst="roundRect">
            <a:avLst>
              <a:gd fmla="val 902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unnel Sans"/>
              <a:ea typeface="Funnel Sans"/>
              <a:cs typeface="Funnel Sans"/>
              <a:sym typeface="Funnel Sans"/>
            </a:endParaRPr>
          </a:p>
        </p:txBody>
      </p:sp>
      <p:sp>
        <p:nvSpPr>
          <p:cNvPr id="233" name="Google Shape;233;p27"/>
          <p:cNvSpPr txBox="1"/>
          <p:nvPr>
            <p:ph idx="3" type="subTitle"/>
          </p:nvPr>
        </p:nvSpPr>
        <p:spPr>
          <a:xfrm>
            <a:off x="6335200" y="2159374"/>
            <a:ext cx="2393100" cy="861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Selecciona operando de la ALU</a:t>
            </a:r>
            <a:endParaRPr/>
          </a:p>
        </p:txBody>
      </p:sp>
      <p:sp>
        <p:nvSpPr>
          <p:cNvPr id="234" name="Google Shape;234;p27"/>
          <p:cNvSpPr txBox="1"/>
          <p:nvPr>
            <p:ph idx="6" type="subTitle"/>
          </p:nvPr>
        </p:nvSpPr>
        <p:spPr>
          <a:xfrm>
            <a:off x="6335200" y="1759238"/>
            <a:ext cx="2393100" cy="394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MUX2_1_32</a:t>
            </a:r>
            <a:endParaRPr/>
          </a:p>
        </p:txBody>
      </p:sp>
      <p:sp>
        <p:nvSpPr>
          <p:cNvPr id="235" name="Google Shape;235;p27"/>
          <p:cNvSpPr/>
          <p:nvPr/>
        </p:nvSpPr>
        <p:spPr>
          <a:xfrm>
            <a:off x="6141400" y="3081325"/>
            <a:ext cx="2780700" cy="1410600"/>
          </a:xfrm>
          <a:prstGeom prst="roundRect">
            <a:avLst>
              <a:gd fmla="val 902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unnel Sans"/>
              <a:ea typeface="Funnel Sans"/>
              <a:cs typeface="Funnel Sans"/>
              <a:sym typeface="Funnel Sans"/>
            </a:endParaRPr>
          </a:p>
        </p:txBody>
      </p:sp>
      <p:sp>
        <p:nvSpPr>
          <p:cNvPr id="236" name="Google Shape;236;p27"/>
          <p:cNvSpPr txBox="1"/>
          <p:nvPr>
            <p:ph idx="3" type="subTitle"/>
          </p:nvPr>
        </p:nvSpPr>
        <p:spPr>
          <a:xfrm>
            <a:off x="6335200" y="3779424"/>
            <a:ext cx="2393100" cy="861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Guarda resultados para MEM</a:t>
            </a:r>
            <a:endParaRPr/>
          </a:p>
        </p:txBody>
      </p:sp>
      <p:sp>
        <p:nvSpPr>
          <p:cNvPr id="237" name="Google Shape;237;p27"/>
          <p:cNvSpPr txBox="1"/>
          <p:nvPr>
            <p:ph idx="6" type="subTitle"/>
          </p:nvPr>
        </p:nvSpPr>
        <p:spPr>
          <a:xfrm>
            <a:off x="6335200" y="3379288"/>
            <a:ext cx="2393100" cy="394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BufferALU</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8"/>
          <p:cNvSpPr/>
          <p:nvPr/>
        </p:nvSpPr>
        <p:spPr>
          <a:xfrm>
            <a:off x="6085200" y="3216925"/>
            <a:ext cx="2338800" cy="4746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chemeClr val="accent2"/>
                </a:solidFill>
                <a:latin typeface="DM Sans"/>
                <a:ea typeface="DM Sans"/>
                <a:cs typeface="DM Sans"/>
                <a:sym typeface="DM Sans"/>
              </a:rPr>
              <a:t>TRANSICION</a:t>
            </a:r>
            <a:endParaRPr>
              <a:solidFill>
                <a:schemeClr val="accent2"/>
              </a:solidFill>
              <a:latin typeface="Funnel Sans"/>
              <a:ea typeface="Funnel Sans"/>
              <a:cs typeface="Funnel Sans"/>
              <a:sym typeface="Funnel Sans"/>
            </a:endParaRPr>
          </a:p>
        </p:txBody>
      </p:sp>
      <p:sp>
        <p:nvSpPr>
          <p:cNvPr id="243" name="Google Shape;243;p28"/>
          <p:cNvSpPr/>
          <p:nvPr/>
        </p:nvSpPr>
        <p:spPr>
          <a:xfrm>
            <a:off x="3402600" y="3216925"/>
            <a:ext cx="2338800" cy="4746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chemeClr val="dk2"/>
                </a:solidFill>
                <a:latin typeface="DM Sans"/>
                <a:ea typeface="DM Sans"/>
                <a:cs typeface="DM Sans"/>
                <a:sym typeface="DM Sans"/>
              </a:rPr>
              <a:t>RESULTADO</a:t>
            </a:r>
            <a:endParaRPr>
              <a:solidFill>
                <a:schemeClr val="dk2"/>
              </a:solidFill>
              <a:latin typeface="Funnel Sans"/>
              <a:ea typeface="Funnel Sans"/>
              <a:cs typeface="Funnel Sans"/>
              <a:sym typeface="Funnel Sans"/>
            </a:endParaRPr>
          </a:p>
        </p:txBody>
      </p:sp>
      <p:sp>
        <p:nvSpPr>
          <p:cNvPr id="244" name="Google Shape;244;p28"/>
          <p:cNvSpPr/>
          <p:nvPr/>
        </p:nvSpPr>
        <p:spPr>
          <a:xfrm>
            <a:off x="720000" y="3216625"/>
            <a:ext cx="2338800" cy="4746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chemeClr val="dk2"/>
                </a:solidFill>
                <a:latin typeface="DM Sans"/>
                <a:ea typeface="DM Sans"/>
                <a:cs typeface="DM Sans"/>
                <a:sym typeface="DM Sans"/>
              </a:rPr>
              <a:t>FORWARDING</a:t>
            </a:r>
            <a:endParaRPr>
              <a:solidFill>
                <a:schemeClr val="dk2"/>
              </a:solidFill>
              <a:latin typeface="Funnel Sans"/>
              <a:ea typeface="Funnel Sans"/>
              <a:cs typeface="Funnel Sans"/>
              <a:sym typeface="Funnel Sans"/>
            </a:endParaRPr>
          </a:p>
        </p:txBody>
      </p:sp>
      <p:sp>
        <p:nvSpPr>
          <p:cNvPr id="245" name="Google Shape;245;p28"/>
          <p:cNvSpPr/>
          <p:nvPr/>
        </p:nvSpPr>
        <p:spPr>
          <a:xfrm>
            <a:off x="6085200" y="1385775"/>
            <a:ext cx="2565900" cy="4746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chemeClr val="dk2"/>
                </a:solidFill>
                <a:latin typeface="DM Sans"/>
                <a:ea typeface="DM Sans"/>
                <a:cs typeface="DM Sans"/>
                <a:sym typeface="DM Sans"/>
              </a:rPr>
              <a:t>PROCESAMIENTO</a:t>
            </a:r>
            <a:endParaRPr>
              <a:solidFill>
                <a:schemeClr val="dk2"/>
              </a:solidFill>
              <a:latin typeface="Funnel Sans"/>
              <a:ea typeface="Funnel Sans"/>
              <a:cs typeface="Funnel Sans"/>
              <a:sym typeface="Funnel Sans"/>
            </a:endParaRPr>
          </a:p>
        </p:txBody>
      </p:sp>
      <p:sp>
        <p:nvSpPr>
          <p:cNvPr id="246" name="Google Shape;246;p28"/>
          <p:cNvSpPr/>
          <p:nvPr/>
        </p:nvSpPr>
        <p:spPr>
          <a:xfrm>
            <a:off x="3402600" y="1385775"/>
            <a:ext cx="2338800" cy="4746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chemeClr val="dk2"/>
                </a:solidFill>
                <a:latin typeface="DM Sans"/>
                <a:ea typeface="DM Sans"/>
                <a:cs typeface="DM Sans"/>
                <a:sym typeface="DM Sans"/>
              </a:rPr>
              <a:t>OPERACION</a:t>
            </a:r>
            <a:endParaRPr>
              <a:solidFill>
                <a:schemeClr val="dk2"/>
              </a:solidFill>
              <a:latin typeface="Funnel Sans"/>
              <a:ea typeface="Funnel Sans"/>
              <a:cs typeface="Funnel Sans"/>
              <a:sym typeface="Funnel Sans"/>
            </a:endParaRPr>
          </a:p>
        </p:txBody>
      </p:sp>
      <p:sp>
        <p:nvSpPr>
          <p:cNvPr id="247" name="Google Shape;247;p28"/>
          <p:cNvSpPr/>
          <p:nvPr/>
        </p:nvSpPr>
        <p:spPr>
          <a:xfrm>
            <a:off x="720000" y="1385775"/>
            <a:ext cx="2338800" cy="4746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chemeClr val="accent2"/>
                </a:solidFill>
                <a:latin typeface="DM Sans"/>
                <a:ea typeface="DM Sans"/>
                <a:cs typeface="DM Sans"/>
                <a:sym typeface="DM Sans"/>
              </a:rPr>
              <a:t>OPERANDOS</a:t>
            </a:r>
            <a:endParaRPr>
              <a:solidFill>
                <a:schemeClr val="accent2"/>
              </a:solidFill>
              <a:latin typeface="Funnel Sans"/>
              <a:ea typeface="Funnel Sans"/>
              <a:cs typeface="Funnel Sans"/>
              <a:sym typeface="Funnel Sans"/>
            </a:endParaRPr>
          </a:p>
        </p:txBody>
      </p:sp>
      <p:sp>
        <p:nvSpPr>
          <p:cNvPr id="248" name="Google Shape;248;p28"/>
          <p:cNvSpPr txBox="1"/>
          <p:nvPr>
            <p:ph type="title"/>
          </p:nvPr>
        </p:nvSpPr>
        <p:spPr>
          <a:xfrm>
            <a:off x="720000" y="4586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SECUENCIA EXECUTE</a:t>
            </a:r>
            <a:endParaRPr/>
          </a:p>
        </p:txBody>
      </p:sp>
      <p:sp>
        <p:nvSpPr>
          <p:cNvPr id="249" name="Google Shape;249;p28"/>
          <p:cNvSpPr txBox="1"/>
          <p:nvPr/>
        </p:nvSpPr>
        <p:spPr>
          <a:xfrm>
            <a:off x="720000" y="1846398"/>
            <a:ext cx="2338800" cy="858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dk1"/>
                </a:solidFill>
                <a:latin typeface="Funnel Sans"/>
                <a:ea typeface="Funnel Sans"/>
                <a:cs typeface="Funnel Sans"/>
                <a:sym typeface="Funnel Sans"/>
              </a:rPr>
              <a:t>La ALU recibe datos desde registros</a:t>
            </a:r>
            <a:endParaRPr>
              <a:solidFill>
                <a:schemeClr val="dk1"/>
              </a:solidFill>
              <a:latin typeface="Funnel Sans"/>
              <a:ea typeface="Funnel Sans"/>
              <a:cs typeface="Funnel Sans"/>
              <a:sym typeface="Funnel Sans"/>
            </a:endParaRPr>
          </a:p>
        </p:txBody>
      </p:sp>
      <p:sp>
        <p:nvSpPr>
          <p:cNvPr id="250" name="Google Shape;250;p28"/>
          <p:cNvSpPr txBox="1"/>
          <p:nvPr/>
        </p:nvSpPr>
        <p:spPr>
          <a:xfrm>
            <a:off x="3402600" y="1846398"/>
            <a:ext cx="2338800" cy="858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dk1"/>
                </a:solidFill>
                <a:latin typeface="Funnel Sans"/>
                <a:ea typeface="Funnel Sans"/>
                <a:cs typeface="Funnel Sans"/>
                <a:sym typeface="Funnel Sans"/>
              </a:rPr>
              <a:t>ALUControl selecciona la instrucción</a:t>
            </a:r>
            <a:endParaRPr>
              <a:solidFill>
                <a:schemeClr val="dk1"/>
              </a:solidFill>
              <a:latin typeface="Funnel Sans"/>
              <a:ea typeface="Funnel Sans"/>
              <a:cs typeface="Funnel Sans"/>
              <a:sym typeface="Funnel Sans"/>
            </a:endParaRPr>
          </a:p>
        </p:txBody>
      </p:sp>
      <p:sp>
        <p:nvSpPr>
          <p:cNvPr id="251" name="Google Shape;251;p28"/>
          <p:cNvSpPr txBox="1"/>
          <p:nvPr/>
        </p:nvSpPr>
        <p:spPr>
          <a:xfrm>
            <a:off x="6085200" y="1846398"/>
            <a:ext cx="2338800" cy="858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dk1"/>
                </a:solidFill>
                <a:latin typeface="Funnel Sans"/>
                <a:ea typeface="Funnel Sans"/>
                <a:cs typeface="Funnel Sans"/>
                <a:sym typeface="Funnel Sans"/>
              </a:rPr>
              <a:t>Se realizan sumas, saltos y comparaciones</a:t>
            </a:r>
            <a:endParaRPr>
              <a:solidFill>
                <a:schemeClr val="dk1"/>
              </a:solidFill>
              <a:latin typeface="Funnel Sans"/>
              <a:ea typeface="Funnel Sans"/>
              <a:cs typeface="Funnel Sans"/>
              <a:sym typeface="Funnel Sans"/>
            </a:endParaRPr>
          </a:p>
        </p:txBody>
      </p:sp>
      <p:sp>
        <p:nvSpPr>
          <p:cNvPr id="252" name="Google Shape;252;p28"/>
          <p:cNvSpPr txBox="1"/>
          <p:nvPr/>
        </p:nvSpPr>
        <p:spPr>
          <a:xfrm>
            <a:off x="720000" y="3677541"/>
            <a:ext cx="2338800" cy="858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dk1"/>
                </a:solidFill>
                <a:latin typeface="Funnel Sans"/>
                <a:ea typeface="Funnel Sans"/>
                <a:cs typeface="Funnel Sans"/>
                <a:sym typeface="Funnel Sans"/>
              </a:rPr>
              <a:t>Se corrigen riesgos de datos RAW</a:t>
            </a:r>
            <a:endParaRPr>
              <a:solidFill>
                <a:schemeClr val="dk1"/>
              </a:solidFill>
              <a:latin typeface="Funnel Sans"/>
              <a:ea typeface="Funnel Sans"/>
              <a:cs typeface="Funnel Sans"/>
              <a:sym typeface="Funnel Sans"/>
            </a:endParaRPr>
          </a:p>
        </p:txBody>
      </p:sp>
      <p:sp>
        <p:nvSpPr>
          <p:cNvPr id="253" name="Google Shape;253;p28"/>
          <p:cNvSpPr txBox="1"/>
          <p:nvPr/>
        </p:nvSpPr>
        <p:spPr>
          <a:xfrm>
            <a:off x="3402600" y="3677541"/>
            <a:ext cx="2338800" cy="858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dk1"/>
                </a:solidFill>
                <a:latin typeface="Funnel Sans"/>
                <a:ea typeface="Funnel Sans"/>
                <a:cs typeface="Funnel Sans"/>
                <a:sym typeface="Funnel Sans"/>
              </a:rPr>
              <a:t>BufferALU almacena la salida de EX</a:t>
            </a:r>
            <a:endParaRPr>
              <a:solidFill>
                <a:schemeClr val="dk1"/>
              </a:solidFill>
              <a:latin typeface="Funnel Sans"/>
              <a:ea typeface="Funnel Sans"/>
              <a:cs typeface="Funnel Sans"/>
              <a:sym typeface="Funnel Sans"/>
            </a:endParaRPr>
          </a:p>
        </p:txBody>
      </p:sp>
      <p:sp>
        <p:nvSpPr>
          <p:cNvPr id="254" name="Google Shape;254;p28"/>
          <p:cNvSpPr txBox="1"/>
          <p:nvPr/>
        </p:nvSpPr>
        <p:spPr>
          <a:xfrm>
            <a:off x="6085200" y="3677541"/>
            <a:ext cx="2338800" cy="858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dk1"/>
                </a:solidFill>
                <a:latin typeface="Funnel Sans"/>
                <a:ea typeface="Funnel Sans"/>
                <a:cs typeface="Funnel Sans"/>
                <a:sym typeface="Funnel Sans"/>
              </a:rPr>
              <a:t>Prepara la etapa MEM</a:t>
            </a:r>
            <a:endParaRPr>
              <a:solidFill>
                <a:schemeClr val="dk1"/>
              </a:solidFill>
              <a:latin typeface="Funnel Sans"/>
              <a:ea typeface="Funnel Sans"/>
              <a:cs typeface="Funnel Sans"/>
              <a:sym typeface="Funnel Sans"/>
            </a:endParaRPr>
          </a:p>
        </p:txBody>
      </p:sp>
      <p:cxnSp>
        <p:nvCxnSpPr>
          <p:cNvPr id="255" name="Google Shape;255;p28"/>
          <p:cNvCxnSpPr>
            <a:stCxn id="247" idx="3"/>
            <a:endCxn id="246" idx="1"/>
          </p:cNvCxnSpPr>
          <p:nvPr/>
        </p:nvCxnSpPr>
        <p:spPr>
          <a:xfrm>
            <a:off x="3058800" y="1623075"/>
            <a:ext cx="343800" cy="600"/>
          </a:xfrm>
          <a:prstGeom prst="bentConnector3">
            <a:avLst>
              <a:gd fmla="val 50000" name="adj1"/>
            </a:avLst>
          </a:prstGeom>
          <a:noFill/>
          <a:ln cap="flat" cmpd="sng" w="9525">
            <a:solidFill>
              <a:schemeClr val="dk2"/>
            </a:solidFill>
            <a:prstDash val="solid"/>
            <a:round/>
            <a:headEnd len="med" w="med" type="none"/>
            <a:tailEnd len="med" w="med" type="triangle"/>
          </a:ln>
        </p:spPr>
      </p:cxnSp>
      <p:cxnSp>
        <p:nvCxnSpPr>
          <p:cNvPr id="256" name="Google Shape;256;p28"/>
          <p:cNvCxnSpPr>
            <a:stCxn id="246" idx="3"/>
            <a:endCxn id="245" idx="1"/>
          </p:cNvCxnSpPr>
          <p:nvPr/>
        </p:nvCxnSpPr>
        <p:spPr>
          <a:xfrm>
            <a:off x="5741400" y="1623075"/>
            <a:ext cx="343800" cy="600"/>
          </a:xfrm>
          <a:prstGeom prst="bentConnector3">
            <a:avLst>
              <a:gd fmla="val 50000" name="adj1"/>
            </a:avLst>
          </a:prstGeom>
          <a:noFill/>
          <a:ln cap="flat" cmpd="sng" w="9525">
            <a:solidFill>
              <a:schemeClr val="dk2"/>
            </a:solidFill>
            <a:prstDash val="solid"/>
            <a:round/>
            <a:headEnd len="med" w="med" type="none"/>
            <a:tailEnd len="med" w="med" type="triangle"/>
          </a:ln>
        </p:spPr>
      </p:cxnSp>
      <p:cxnSp>
        <p:nvCxnSpPr>
          <p:cNvPr id="257" name="Google Shape;257;p28"/>
          <p:cNvCxnSpPr>
            <a:stCxn id="251" idx="2"/>
            <a:endCxn id="244" idx="0"/>
          </p:cNvCxnSpPr>
          <p:nvPr/>
        </p:nvCxnSpPr>
        <p:spPr>
          <a:xfrm rot="5400000">
            <a:off x="4316250" y="278148"/>
            <a:ext cx="511500" cy="5365200"/>
          </a:xfrm>
          <a:prstGeom prst="bentConnector3">
            <a:avLst>
              <a:gd fmla="val 50012" name="adj1"/>
            </a:avLst>
          </a:prstGeom>
          <a:noFill/>
          <a:ln cap="flat" cmpd="sng" w="9525">
            <a:solidFill>
              <a:schemeClr val="dk2"/>
            </a:solidFill>
            <a:prstDash val="solid"/>
            <a:round/>
            <a:headEnd len="med" w="med" type="none"/>
            <a:tailEnd len="med" w="med" type="triangle"/>
          </a:ln>
        </p:spPr>
      </p:cxnSp>
      <p:cxnSp>
        <p:nvCxnSpPr>
          <p:cNvPr id="258" name="Google Shape;258;p28"/>
          <p:cNvCxnSpPr>
            <a:stCxn id="244" idx="3"/>
            <a:endCxn id="243" idx="1"/>
          </p:cNvCxnSpPr>
          <p:nvPr/>
        </p:nvCxnSpPr>
        <p:spPr>
          <a:xfrm>
            <a:off x="3058800" y="3453925"/>
            <a:ext cx="343800" cy="600"/>
          </a:xfrm>
          <a:prstGeom prst="bentConnector3">
            <a:avLst>
              <a:gd fmla="val 50000" name="adj1"/>
            </a:avLst>
          </a:prstGeom>
          <a:noFill/>
          <a:ln cap="flat" cmpd="sng" w="9525">
            <a:solidFill>
              <a:schemeClr val="dk2"/>
            </a:solidFill>
            <a:prstDash val="solid"/>
            <a:round/>
            <a:headEnd len="med" w="med" type="none"/>
            <a:tailEnd len="med" w="med" type="triangle"/>
          </a:ln>
        </p:spPr>
      </p:cxnSp>
      <p:cxnSp>
        <p:nvCxnSpPr>
          <p:cNvPr id="259" name="Google Shape;259;p28"/>
          <p:cNvCxnSpPr>
            <a:stCxn id="243" idx="3"/>
            <a:endCxn id="242" idx="1"/>
          </p:cNvCxnSpPr>
          <p:nvPr/>
        </p:nvCxnSpPr>
        <p:spPr>
          <a:xfrm>
            <a:off x="5741400" y="3454225"/>
            <a:ext cx="343800" cy="600"/>
          </a:xfrm>
          <a:prstGeom prst="bentConnector3">
            <a:avLst>
              <a:gd fmla="val 50000" name="adj1"/>
            </a:avLst>
          </a:prstGeom>
          <a:noFill/>
          <a:ln cap="flat" cmpd="sng" w="9525">
            <a:solidFill>
              <a:schemeClr val="dk2"/>
            </a:solidFill>
            <a:prstDash val="solid"/>
            <a:round/>
            <a:headEnd len="med" w="med" type="none"/>
            <a:tailEnd len="med" w="med" type="none"/>
          </a:ln>
        </p:spPr>
      </p:cxnSp>
      <p:sp>
        <p:nvSpPr>
          <p:cNvPr id="260" name="Google Shape;260;p28"/>
          <p:cNvSpPr/>
          <p:nvPr/>
        </p:nvSpPr>
        <p:spPr>
          <a:xfrm rot="5400000">
            <a:off x="4471075" y="533025"/>
            <a:ext cx="201900" cy="8628300"/>
          </a:xfrm>
          <a:prstGeom prst="roundRect">
            <a:avLst>
              <a:gd fmla="val 50000" name="adj"/>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unnel Sans"/>
              <a:ea typeface="Funnel Sans"/>
              <a:cs typeface="Funnel Sans"/>
              <a:sym typeface="Funnel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9"/>
          <p:cNvSpPr/>
          <p:nvPr/>
        </p:nvSpPr>
        <p:spPr>
          <a:xfrm>
            <a:off x="1635800" y="2044175"/>
            <a:ext cx="2780700" cy="1410600"/>
          </a:xfrm>
          <a:prstGeom prst="roundRect">
            <a:avLst>
              <a:gd fmla="val 902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unnel Sans"/>
              <a:ea typeface="Funnel Sans"/>
              <a:cs typeface="Funnel Sans"/>
              <a:sym typeface="Funnel Sans"/>
            </a:endParaRPr>
          </a:p>
        </p:txBody>
      </p:sp>
      <p:sp>
        <p:nvSpPr>
          <p:cNvPr id="266" name="Google Shape;266;p29"/>
          <p:cNvSpPr/>
          <p:nvPr/>
        </p:nvSpPr>
        <p:spPr>
          <a:xfrm>
            <a:off x="4765700" y="2017788"/>
            <a:ext cx="2780700" cy="1410600"/>
          </a:xfrm>
          <a:prstGeom prst="roundRect">
            <a:avLst>
              <a:gd fmla="val 902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unnel Sans"/>
              <a:ea typeface="Funnel Sans"/>
              <a:cs typeface="Funnel Sans"/>
              <a:sym typeface="Funnel Sans"/>
            </a:endParaRPr>
          </a:p>
        </p:txBody>
      </p:sp>
      <p:sp>
        <p:nvSpPr>
          <p:cNvPr id="267" name="Google Shape;267;p29"/>
          <p:cNvSpPr txBox="1"/>
          <p:nvPr>
            <p:ph type="title"/>
          </p:nvPr>
        </p:nvSpPr>
        <p:spPr>
          <a:xfrm>
            <a:off x="684250" y="501503"/>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MEM</a:t>
            </a:r>
            <a:endParaRPr/>
          </a:p>
        </p:txBody>
      </p:sp>
      <p:sp>
        <p:nvSpPr>
          <p:cNvPr id="268" name="Google Shape;268;p29"/>
          <p:cNvSpPr txBox="1"/>
          <p:nvPr>
            <p:ph idx="1" type="subTitle"/>
          </p:nvPr>
        </p:nvSpPr>
        <p:spPr>
          <a:xfrm>
            <a:off x="1829600" y="2645651"/>
            <a:ext cx="2393100" cy="394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Lee o escribe datos en memoria</a:t>
            </a:r>
            <a:endParaRPr/>
          </a:p>
        </p:txBody>
      </p:sp>
      <p:sp>
        <p:nvSpPr>
          <p:cNvPr id="269" name="Google Shape;269;p29"/>
          <p:cNvSpPr txBox="1"/>
          <p:nvPr>
            <p:ph idx="2" type="subTitle"/>
          </p:nvPr>
        </p:nvSpPr>
        <p:spPr>
          <a:xfrm>
            <a:off x="4959500" y="2619261"/>
            <a:ext cx="2393100" cy="861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Guarda resultados para WB</a:t>
            </a:r>
            <a:endParaRPr/>
          </a:p>
        </p:txBody>
      </p:sp>
      <p:sp>
        <p:nvSpPr>
          <p:cNvPr id="270" name="Google Shape;270;p29"/>
          <p:cNvSpPr txBox="1"/>
          <p:nvPr>
            <p:ph idx="4" type="subTitle"/>
          </p:nvPr>
        </p:nvSpPr>
        <p:spPr>
          <a:xfrm>
            <a:off x="1829600" y="2342113"/>
            <a:ext cx="2393100" cy="394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MEM_D</a:t>
            </a:r>
            <a:endParaRPr/>
          </a:p>
        </p:txBody>
      </p:sp>
      <p:sp>
        <p:nvSpPr>
          <p:cNvPr id="271" name="Google Shape;271;p29"/>
          <p:cNvSpPr txBox="1"/>
          <p:nvPr>
            <p:ph idx="5" type="subTitle"/>
          </p:nvPr>
        </p:nvSpPr>
        <p:spPr>
          <a:xfrm>
            <a:off x="4959500" y="2315738"/>
            <a:ext cx="2393100" cy="394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BufferFinal</a:t>
            </a:r>
            <a:endParaRPr/>
          </a:p>
        </p:txBody>
      </p:sp>
      <p:sp>
        <p:nvSpPr>
          <p:cNvPr id="272" name="Google Shape;272;p29"/>
          <p:cNvSpPr/>
          <p:nvPr/>
        </p:nvSpPr>
        <p:spPr>
          <a:xfrm rot="5400000">
            <a:off x="4471075" y="498225"/>
            <a:ext cx="201900" cy="8907000"/>
          </a:xfrm>
          <a:prstGeom prst="roundRect">
            <a:avLst>
              <a:gd fmla="val 50000" name="adj"/>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unnel Sans"/>
              <a:ea typeface="Funnel Sans"/>
              <a:cs typeface="Funnel Sans"/>
              <a:sym typeface="Funnel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0"/>
          <p:cNvSpPr/>
          <p:nvPr/>
        </p:nvSpPr>
        <p:spPr>
          <a:xfrm>
            <a:off x="3402600" y="3216925"/>
            <a:ext cx="2338800" cy="4746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chemeClr val="accent2"/>
                </a:solidFill>
                <a:latin typeface="DM Sans"/>
                <a:ea typeface="DM Sans"/>
                <a:cs typeface="DM Sans"/>
                <a:sym typeface="DM Sans"/>
              </a:rPr>
              <a:t>BUFFER</a:t>
            </a:r>
            <a:endParaRPr>
              <a:solidFill>
                <a:schemeClr val="accent2"/>
              </a:solidFill>
              <a:latin typeface="Funnel Sans"/>
              <a:ea typeface="Funnel Sans"/>
              <a:cs typeface="Funnel Sans"/>
              <a:sym typeface="Funnel Sans"/>
            </a:endParaRPr>
          </a:p>
        </p:txBody>
      </p:sp>
      <p:sp>
        <p:nvSpPr>
          <p:cNvPr id="278" name="Google Shape;278;p30"/>
          <p:cNvSpPr/>
          <p:nvPr/>
        </p:nvSpPr>
        <p:spPr>
          <a:xfrm>
            <a:off x="720000" y="3216625"/>
            <a:ext cx="2338800" cy="4746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chemeClr val="dk2"/>
                </a:solidFill>
                <a:latin typeface="DM Sans"/>
                <a:ea typeface="DM Sans"/>
                <a:cs typeface="DM Sans"/>
                <a:sym typeface="DM Sans"/>
              </a:rPr>
              <a:t>CONTROL</a:t>
            </a:r>
            <a:endParaRPr>
              <a:solidFill>
                <a:schemeClr val="dk2"/>
              </a:solidFill>
              <a:latin typeface="Funnel Sans"/>
              <a:ea typeface="Funnel Sans"/>
              <a:cs typeface="Funnel Sans"/>
              <a:sym typeface="Funnel Sans"/>
            </a:endParaRPr>
          </a:p>
        </p:txBody>
      </p:sp>
      <p:sp>
        <p:nvSpPr>
          <p:cNvPr id="279" name="Google Shape;279;p30"/>
          <p:cNvSpPr/>
          <p:nvPr/>
        </p:nvSpPr>
        <p:spPr>
          <a:xfrm>
            <a:off x="6085200" y="1385775"/>
            <a:ext cx="2565900" cy="4746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chemeClr val="dk2"/>
                </a:solidFill>
                <a:latin typeface="DM Sans"/>
                <a:ea typeface="DM Sans"/>
                <a:cs typeface="DM Sans"/>
                <a:sym typeface="DM Sans"/>
              </a:rPr>
              <a:t>ESCRITURA</a:t>
            </a:r>
            <a:endParaRPr>
              <a:solidFill>
                <a:schemeClr val="dk2"/>
              </a:solidFill>
              <a:latin typeface="Funnel Sans"/>
              <a:ea typeface="Funnel Sans"/>
              <a:cs typeface="Funnel Sans"/>
              <a:sym typeface="Funnel Sans"/>
            </a:endParaRPr>
          </a:p>
        </p:txBody>
      </p:sp>
      <p:sp>
        <p:nvSpPr>
          <p:cNvPr id="280" name="Google Shape;280;p30"/>
          <p:cNvSpPr/>
          <p:nvPr/>
        </p:nvSpPr>
        <p:spPr>
          <a:xfrm>
            <a:off x="3402600" y="1385775"/>
            <a:ext cx="2338800" cy="4746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chemeClr val="dk2"/>
                </a:solidFill>
                <a:latin typeface="DM Sans"/>
                <a:ea typeface="DM Sans"/>
                <a:cs typeface="DM Sans"/>
                <a:sym typeface="DM Sans"/>
              </a:rPr>
              <a:t>LECTURA</a:t>
            </a:r>
            <a:endParaRPr>
              <a:solidFill>
                <a:schemeClr val="dk2"/>
              </a:solidFill>
              <a:latin typeface="Funnel Sans"/>
              <a:ea typeface="Funnel Sans"/>
              <a:cs typeface="Funnel Sans"/>
              <a:sym typeface="Funnel Sans"/>
            </a:endParaRPr>
          </a:p>
        </p:txBody>
      </p:sp>
      <p:sp>
        <p:nvSpPr>
          <p:cNvPr id="281" name="Google Shape;281;p30"/>
          <p:cNvSpPr/>
          <p:nvPr/>
        </p:nvSpPr>
        <p:spPr>
          <a:xfrm>
            <a:off x="720000" y="1385775"/>
            <a:ext cx="2338800" cy="4746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chemeClr val="accent2"/>
                </a:solidFill>
                <a:latin typeface="DM Sans"/>
                <a:ea typeface="DM Sans"/>
                <a:cs typeface="DM Sans"/>
                <a:sym typeface="DM Sans"/>
              </a:rPr>
              <a:t>DIRECCION</a:t>
            </a:r>
            <a:endParaRPr>
              <a:solidFill>
                <a:schemeClr val="accent2"/>
              </a:solidFill>
              <a:latin typeface="Funnel Sans"/>
              <a:ea typeface="Funnel Sans"/>
              <a:cs typeface="Funnel Sans"/>
              <a:sym typeface="Funnel Sans"/>
            </a:endParaRPr>
          </a:p>
        </p:txBody>
      </p:sp>
      <p:sp>
        <p:nvSpPr>
          <p:cNvPr id="282" name="Google Shape;282;p30"/>
          <p:cNvSpPr txBox="1"/>
          <p:nvPr>
            <p:ph type="title"/>
          </p:nvPr>
        </p:nvSpPr>
        <p:spPr>
          <a:xfrm>
            <a:off x="720000" y="4586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SECUENCIA MEM</a:t>
            </a:r>
            <a:endParaRPr/>
          </a:p>
        </p:txBody>
      </p:sp>
      <p:sp>
        <p:nvSpPr>
          <p:cNvPr id="283" name="Google Shape;283;p30"/>
          <p:cNvSpPr txBox="1"/>
          <p:nvPr/>
        </p:nvSpPr>
        <p:spPr>
          <a:xfrm>
            <a:off x="720000" y="1846398"/>
            <a:ext cx="2338800" cy="858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dk1"/>
                </a:solidFill>
                <a:latin typeface="Funnel Sans"/>
                <a:ea typeface="Funnel Sans"/>
                <a:cs typeface="Funnel Sans"/>
                <a:sym typeface="Funnel Sans"/>
              </a:rPr>
              <a:t>Se recibe la dirección calculada</a:t>
            </a:r>
            <a:endParaRPr>
              <a:solidFill>
                <a:schemeClr val="dk1"/>
              </a:solidFill>
              <a:latin typeface="Funnel Sans"/>
              <a:ea typeface="Funnel Sans"/>
              <a:cs typeface="Funnel Sans"/>
              <a:sym typeface="Funnel Sans"/>
            </a:endParaRPr>
          </a:p>
        </p:txBody>
      </p:sp>
      <p:sp>
        <p:nvSpPr>
          <p:cNvPr id="284" name="Google Shape;284;p30"/>
          <p:cNvSpPr txBox="1"/>
          <p:nvPr/>
        </p:nvSpPr>
        <p:spPr>
          <a:xfrm>
            <a:off x="3402600" y="1846398"/>
            <a:ext cx="2338800" cy="858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dk1"/>
                </a:solidFill>
                <a:latin typeface="Funnel Sans"/>
                <a:ea typeface="Funnel Sans"/>
                <a:cs typeface="Funnel Sans"/>
                <a:sym typeface="Funnel Sans"/>
              </a:rPr>
              <a:t>LW obtiene información desde Mem_D</a:t>
            </a:r>
            <a:endParaRPr>
              <a:solidFill>
                <a:schemeClr val="dk1"/>
              </a:solidFill>
              <a:latin typeface="Funnel Sans"/>
              <a:ea typeface="Funnel Sans"/>
              <a:cs typeface="Funnel Sans"/>
              <a:sym typeface="Funnel Sans"/>
            </a:endParaRPr>
          </a:p>
        </p:txBody>
      </p:sp>
      <p:sp>
        <p:nvSpPr>
          <p:cNvPr id="285" name="Google Shape;285;p30"/>
          <p:cNvSpPr txBox="1"/>
          <p:nvPr/>
        </p:nvSpPr>
        <p:spPr>
          <a:xfrm>
            <a:off x="6085200" y="1846398"/>
            <a:ext cx="2338800" cy="858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dk1"/>
                </a:solidFill>
                <a:latin typeface="Funnel Sans"/>
                <a:ea typeface="Funnel Sans"/>
                <a:cs typeface="Funnel Sans"/>
                <a:sym typeface="Funnel Sans"/>
              </a:rPr>
              <a:t>SW guarda datos en memoria</a:t>
            </a:r>
            <a:endParaRPr>
              <a:solidFill>
                <a:schemeClr val="dk1"/>
              </a:solidFill>
              <a:latin typeface="Funnel Sans"/>
              <a:ea typeface="Funnel Sans"/>
              <a:cs typeface="Funnel Sans"/>
              <a:sym typeface="Funnel Sans"/>
            </a:endParaRPr>
          </a:p>
        </p:txBody>
      </p:sp>
      <p:sp>
        <p:nvSpPr>
          <p:cNvPr id="286" name="Google Shape;286;p30"/>
          <p:cNvSpPr txBox="1"/>
          <p:nvPr/>
        </p:nvSpPr>
        <p:spPr>
          <a:xfrm>
            <a:off x="720000" y="3677541"/>
            <a:ext cx="2338800" cy="858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dk1"/>
                </a:solidFill>
                <a:latin typeface="Funnel Sans"/>
                <a:ea typeface="Funnel Sans"/>
                <a:cs typeface="Funnel Sans"/>
                <a:sym typeface="Funnel Sans"/>
              </a:rPr>
              <a:t>Las señales determinan lectura o escritura</a:t>
            </a:r>
            <a:endParaRPr>
              <a:solidFill>
                <a:schemeClr val="dk1"/>
              </a:solidFill>
              <a:latin typeface="Funnel Sans"/>
              <a:ea typeface="Funnel Sans"/>
              <a:cs typeface="Funnel Sans"/>
              <a:sym typeface="Funnel Sans"/>
            </a:endParaRPr>
          </a:p>
        </p:txBody>
      </p:sp>
      <p:sp>
        <p:nvSpPr>
          <p:cNvPr id="287" name="Google Shape;287;p30"/>
          <p:cNvSpPr txBox="1"/>
          <p:nvPr/>
        </p:nvSpPr>
        <p:spPr>
          <a:xfrm>
            <a:off x="3402600" y="3677541"/>
            <a:ext cx="2338800" cy="858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dk1"/>
                </a:solidFill>
                <a:latin typeface="Funnel Sans"/>
                <a:ea typeface="Funnel Sans"/>
                <a:cs typeface="Funnel Sans"/>
                <a:sym typeface="Funnel Sans"/>
              </a:rPr>
              <a:t>BufferFinal prepara etapa WB</a:t>
            </a:r>
            <a:endParaRPr>
              <a:solidFill>
                <a:schemeClr val="dk1"/>
              </a:solidFill>
              <a:latin typeface="Funnel Sans"/>
              <a:ea typeface="Funnel Sans"/>
              <a:cs typeface="Funnel Sans"/>
              <a:sym typeface="Funnel Sans"/>
            </a:endParaRPr>
          </a:p>
        </p:txBody>
      </p:sp>
      <p:cxnSp>
        <p:nvCxnSpPr>
          <p:cNvPr id="288" name="Google Shape;288;p30"/>
          <p:cNvCxnSpPr>
            <a:stCxn id="281" idx="3"/>
            <a:endCxn id="280" idx="1"/>
          </p:cNvCxnSpPr>
          <p:nvPr/>
        </p:nvCxnSpPr>
        <p:spPr>
          <a:xfrm>
            <a:off x="3058800" y="1623075"/>
            <a:ext cx="343800" cy="600"/>
          </a:xfrm>
          <a:prstGeom prst="bentConnector3">
            <a:avLst>
              <a:gd fmla="val 50000" name="adj1"/>
            </a:avLst>
          </a:prstGeom>
          <a:noFill/>
          <a:ln cap="flat" cmpd="sng" w="9525">
            <a:solidFill>
              <a:schemeClr val="dk2"/>
            </a:solidFill>
            <a:prstDash val="solid"/>
            <a:round/>
            <a:headEnd len="med" w="med" type="none"/>
            <a:tailEnd len="med" w="med" type="triangle"/>
          </a:ln>
        </p:spPr>
      </p:cxnSp>
      <p:cxnSp>
        <p:nvCxnSpPr>
          <p:cNvPr id="289" name="Google Shape;289;p30"/>
          <p:cNvCxnSpPr>
            <a:stCxn id="280" idx="3"/>
            <a:endCxn id="279" idx="1"/>
          </p:cNvCxnSpPr>
          <p:nvPr/>
        </p:nvCxnSpPr>
        <p:spPr>
          <a:xfrm>
            <a:off x="5741400" y="1623075"/>
            <a:ext cx="343800" cy="600"/>
          </a:xfrm>
          <a:prstGeom prst="bentConnector3">
            <a:avLst>
              <a:gd fmla="val 50000" name="adj1"/>
            </a:avLst>
          </a:prstGeom>
          <a:noFill/>
          <a:ln cap="flat" cmpd="sng" w="9525">
            <a:solidFill>
              <a:schemeClr val="dk2"/>
            </a:solidFill>
            <a:prstDash val="solid"/>
            <a:round/>
            <a:headEnd len="med" w="med" type="none"/>
            <a:tailEnd len="med" w="med" type="triangle"/>
          </a:ln>
        </p:spPr>
      </p:cxnSp>
      <p:cxnSp>
        <p:nvCxnSpPr>
          <p:cNvPr id="290" name="Google Shape;290;p30"/>
          <p:cNvCxnSpPr>
            <a:stCxn id="285" idx="2"/>
            <a:endCxn id="278" idx="0"/>
          </p:cNvCxnSpPr>
          <p:nvPr/>
        </p:nvCxnSpPr>
        <p:spPr>
          <a:xfrm rot="5400000">
            <a:off x="4316250" y="278148"/>
            <a:ext cx="511500" cy="5365200"/>
          </a:xfrm>
          <a:prstGeom prst="bentConnector3">
            <a:avLst>
              <a:gd fmla="val 50012" name="adj1"/>
            </a:avLst>
          </a:prstGeom>
          <a:noFill/>
          <a:ln cap="flat" cmpd="sng" w="9525">
            <a:solidFill>
              <a:schemeClr val="dk2"/>
            </a:solidFill>
            <a:prstDash val="solid"/>
            <a:round/>
            <a:headEnd len="med" w="med" type="none"/>
            <a:tailEnd len="med" w="med" type="triangle"/>
          </a:ln>
        </p:spPr>
      </p:cxnSp>
      <p:cxnSp>
        <p:nvCxnSpPr>
          <p:cNvPr id="291" name="Google Shape;291;p30"/>
          <p:cNvCxnSpPr>
            <a:stCxn id="278" idx="3"/>
            <a:endCxn id="277" idx="1"/>
          </p:cNvCxnSpPr>
          <p:nvPr/>
        </p:nvCxnSpPr>
        <p:spPr>
          <a:xfrm>
            <a:off x="3058800" y="3453925"/>
            <a:ext cx="343800" cy="600"/>
          </a:xfrm>
          <a:prstGeom prst="bentConnector3">
            <a:avLst>
              <a:gd fmla="val 50000" name="adj1"/>
            </a:avLst>
          </a:prstGeom>
          <a:noFill/>
          <a:ln cap="flat" cmpd="sng" w="9525">
            <a:solidFill>
              <a:schemeClr val="dk2"/>
            </a:solidFill>
            <a:prstDash val="solid"/>
            <a:round/>
            <a:headEnd len="med" w="med" type="none"/>
            <a:tailEnd len="med" w="med" type="triangle"/>
          </a:ln>
        </p:spPr>
      </p:cxnSp>
      <p:sp>
        <p:nvSpPr>
          <p:cNvPr id="292" name="Google Shape;292;p30"/>
          <p:cNvSpPr/>
          <p:nvPr/>
        </p:nvSpPr>
        <p:spPr>
          <a:xfrm rot="5400000">
            <a:off x="4471075" y="533025"/>
            <a:ext cx="201900" cy="8628300"/>
          </a:xfrm>
          <a:prstGeom prst="roundRect">
            <a:avLst>
              <a:gd fmla="val 50000" name="adj"/>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unnel Sans"/>
              <a:ea typeface="Funnel Sans"/>
              <a:cs typeface="Funnel Sans"/>
              <a:sym typeface="Funnel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1"/>
          <p:cNvSpPr/>
          <p:nvPr/>
        </p:nvSpPr>
        <p:spPr>
          <a:xfrm>
            <a:off x="1783700" y="2182500"/>
            <a:ext cx="2780700" cy="1410600"/>
          </a:xfrm>
          <a:prstGeom prst="roundRect">
            <a:avLst>
              <a:gd fmla="val 902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unnel Sans"/>
              <a:ea typeface="Funnel Sans"/>
              <a:cs typeface="Funnel Sans"/>
              <a:sym typeface="Funnel Sans"/>
            </a:endParaRPr>
          </a:p>
        </p:txBody>
      </p:sp>
      <p:sp>
        <p:nvSpPr>
          <p:cNvPr id="298" name="Google Shape;298;p31"/>
          <p:cNvSpPr/>
          <p:nvPr/>
        </p:nvSpPr>
        <p:spPr>
          <a:xfrm>
            <a:off x="4907550" y="2182488"/>
            <a:ext cx="2780700" cy="1410600"/>
          </a:xfrm>
          <a:prstGeom prst="roundRect">
            <a:avLst>
              <a:gd fmla="val 902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unnel Sans"/>
              <a:ea typeface="Funnel Sans"/>
              <a:cs typeface="Funnel Sans"/>
              <a:sym typeface="Funnel Sans"/>
            </a:endParaRPr>
          </a:p>
        </p:txBody>
      </p:sp>
      <p:sp>
        <p:nvSpPr>
          <p:cNvPr id="299" name="Google Shape;299;p31"/>
          <p:cNvSpPr txBox="1"/>
          <p:nvPr>
            <p:ph type="title"/>
          </p:nvPr>
        </p:nvSpPr>
        <p:spPr>
          <a:xfrm>
            <a:off x="684250" y="501503"/>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WRITE BACK</a:t>
            </a:r>
            <a:endParaRPr/>
          </a:p>
        </p:txBody>
      </p:sp>
      <p:sp>
        <p:nvSpPr>
          <p:cNvPr id="300" name="Google Shape;300;p31"/>
          <p:cNvSpPr txBox="1"/>
          <p:nvPr>
            <p:ph idx="1" type="subTitle"/>
          </p:nvPr>
        </p:nvSpPr>
        <p:spPr>
          <a:xfrm>
            <a:off x="1977500" y="2783976"/>
            <a:ext cx="2393100" cy="394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Selecciona dato final</a:t>
            </a:r>
            <a:endParaRPr/>
          </a:p>
        </p:txBody>
      </p:sp>
      <p:sp>
        <p:nvSpPr>
          <p:cNvPr id="301" name="Google Shape;301;p31"/>
          <p:cNvSpPr txBox="1"/>
          <p:nvPr>
            <p:ph idx="3" type="subTitle"/>
          </p:nvPr>
        </p:nvSpPr>
        <p:spPr>
          <a:xfrm>
            <a:off x="5101350" y="2783986"/>
            <a:ext cx="2393100" cy="861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Escribe resultado en registros</a:t>
            </a:r>
            <a:endParaRPr/>
          </a:p>
        </p:txBody>
      </p:sp>
      <p:sp>
        <p:nvSpPr>
          <p:cNvPr id="302" name="Google Shape;302;p31"/>
          <p:cNvSpPr txBox="1"/>
          <p:nvPr>
            <p:ph idx="4" type="subTitle"/>
          </p:nvPr>
        </p:nvSpPr>
        <p:spPr>
          <a:xfrm>
            <a:off x="1977500" y="2480438"/>
            <a:ext cx="2393100" cy="394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Mux2_1_32</a:t>
            </a:r>
            <a:endParaRPr/>
          </a:p>
        </p:txBody>
      </p:sp>
      <p:sp>
        <p:nvSpPr>
          <p:cNvPr id="303" name="Google Shape;303;p31"/>
          <p:cNvSpPr txBox="1"/>
          <p:nvPr>
            <p:ph idx="6" type="subTitle"/>
          </p:nvPr>
        </p:nvSpPr>
        <p:spPr>
          <a:xfrm>
            <a:off x="5101350" y="2480450"/>
            <a:ext cx="2393100" cy="394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BancoReg</a:t>
            </a:r>
            <a:endParaRPr/>
          </a:p>
        </p:txBody>
      </p:sp>
      <p:sp>
        <p:nvSpPr>
          <p:cNvPr id="304" name="Google Shape;304;p31"/>
          <p:cNvSpPr/>
          <p:nvPr/>
        </p:nvSpPr>
        <p:spPr>
          <a:xfrm rot="5400000">
            <a:off x="4471075" y="498225"/>
            <a:ext cx="201900" cy="8907000"/>
          </a:xfrm>
          <a:prstGeom prst="roundRect">
            <a:avLst>
              <a:gd fmla="val 50000" name="adj"/>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unnel Sans"/>
              <a:ea typeface="Funnel Sans"/>
              <a:cs typeface="Funnel Sans"/>
              <a:sym typeface="Funnel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2"/>
          <p:cNvSpPr/>
          <p:nvPr/>
        </p:nvSpPr>
        <p:spPr>
          <a:xfrm>
            <a:off x="6085200" y="3216925"/>
            <a:ext cx="2338800" cy="4746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chemeClr val="accent2"/>
                </a:solidFill>
                <a:latin typeface="DM Sans"/>
                <a:ea typeface="DM Sans"/>
                <a:cs typeface="DM Sans"/>
                <a:sym typeface="DM Sans"/>
              </a:rPr>
              <a:t>FINAL</a:t>
            </a:r>
            <a:endParaRPr>
              <a:solidFill>
                <a:schemeClr val="accent2"/>
              </a:solidFill>
              <a:latin typeface="Funnel Sans"/>
              <a:ea typeface="Funnel Sans"/>
              <a:cs typeface="Funnel Sans"/>
              <a:sym typeface="Funnel Sans"/>
            </a:endParaRPr>
          </a:p>
        </p:txBody>
      </p:sp>
      <p:sp>
        <p:nvSpPr>
          <p:cNvPr id="310" name="Google Shape;310;p32"/>
          <p:cNvSpPr/>
          <p:nvPr/>
        </p:nvSpPr>
        <p:spPr>
          <a:xfrm>
            <a:off x="720000" y="3216625"/>
            <a:ext cx="2338800" cy="4746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chemeClr val="dk2"/>
                </a:solidFill>
                <a:latin typeface="DM Sans"/>
                <a:ea typeface="DM Sans"/>
                <a:cs typeface="DM Sans"/>
                <a:sym typeface="DM Sans"/>
              </a:rPr>
              <a:t>ACTUALIZACIÓN</a:t>
            </a:r>
            <a:endParaRPr>
              <a:solidFill>
                <a:schemeClr val="dk2"/>
              </a:solidFill>
              <a:latin typeface="Funnel Sans"/>
              <a:ea typeface="Funnel Sans"/>
              <a:cs typeface="Funnel Sans"/>
              <a:sym typeface="Funnel Sans"/>
            </a:endParaRPr>
          </a:p>
        </p:txBody>
      </p:sp>
      <p:sp>
        <p:nvSpPr>
          <p:cNvPr id="311" name="Google Shape;311;p32"/>
          <p:cNvSpPr/>
          <p:nvPr/>
        </p:nvSpPr>
        <p:spPr>
          <a:xfrm>
            <a:off x="6085200" y="1385775"/>
            <a:ext cx="2565900" cy="4746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chemeClr val="dk2"/>
                </a:solidFill>
                <a:latin typeface="DM Sans"/>
                <a:ea typeface="DM Sans"/>
                <a:cs typeface="DM Sans"/>
                <a:sym typeface="DM Sans"/>
              </a:rPr>
              <a:t>ESCRITURA</a:t>
            </a:r>
            <a:endParaRPr>
              <a:solidFill>
                <a:schemeClr val="dk2"/>
              </a:solidFill>
              <a:latin typeface="Funnel Sans"/>
              <a:ea typeface="Funnel Sans"/>
              <a:cs typeface="Funnel Sans"/>
              <a:sym typeface="Funnel Sans"/>
            </a:endParaRPr>
          </a:p>
        </p:txBody>
      </p:sp>
      <p:sp>
        <p:nvSpPr>
          <p:cNvPr id="312" name="Google Shape;312;p32"/>
          <p:cNvSpPr/>
          <p:nvPr/>
        </p:nvSpPr>
        <p:spPr>
          <a:xfrm>
            <a:off x="3402600" y="1385775"/>
            <a:ext cx="2338800" cy="4746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chemeClr val="dk2"/>
                </a:solidFill>
                <a:latin typeface="DM Sans"/>
                <a:ea typeface="DM Sans"/>
                <a:cs typeface="DM Sans"/>
                <a:sym typeface="DM Sans"/>
              </a:rPr>
              <a:t>FUENTE</a:t>
            </a:r>
            <a:endParaRPr>
              <a:solidFill>
                <a:schemeClr val="dk2"/>
              </a:solidFill>
              <a:latin typeface="Funnel Sans"/>
              <a:ea typeface="Funnel Sans"/>
              <a:cs typeface="Funnel Sans"/>
              <a:sym typeface="Funnel Sans"/>
            </a:endParaRPr>
          </a:p>
        </p:txBody>
      </p:sp>
      <p:sp>
        <p:nvSpPr>
          <p:cNvPr id="313" name="Google Shape;313;p32"/>
          <p:cNvSpPr/>
          <p:nvPr/>
        </p:nvSpPr>
        <p:spPr>
          <a:xfrm>
            <a:off x="720000" y="1385775"/>
            <a:ext cx="2338800" cy="4746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chemeClr val="accent2"/>
                </a:solidFill>
                <a:latin typeface="DM Sans"/>
                <a:ea typeface="DM Sans"/>
                <a:cs typeface="DM Sans"/>
                <a:sym typeface="DM Sans"/>
              </a:rPr>
              <a:t>SELECCION</a:t>
            </a:r>
            <a:endParaRPr>
              <a:solidFill>
                <a:schemeClr val="accent2"/>
              </a:solidFill>
              <a:latin typeface="Funnel Sans"/>
              <a:ea typeface="Funnel Sans"/>
              <a:cs typeface="Funnel Sans"/>
              <a:sym typeface="Funnel Sans"/>
            </a:endParaRPr>
          </a:p>
        </p:txBody>
      </p:sp>
      <p:sp>
        <p:nvSpPr>
          <p:cNvPr id="314" name="Google Shape;314;p32"/>
          <p:cNvSpPr txBox="1"/>
          <p:nvPr>
            <p:ph type="title"/>
          </p:nvPr>
        </p:nvSpPr>
        <p:spPr>
          <a:xfrm>
            <a:off x="720000" y="4586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SECUENCIA WB</a:t>
            </a:r>
            <a:endParaRPr/>
          </a:p>
        </p:txBody>
      </p:sp>
      <p:sp>
        <p:nvSpPr>
          <p:cNvPr id="315" name="Google Shape;315;p32"/>
          <p:cNvSpPr txBox="1"/>
          <p:nvPr/>
        </p:nvSpPr>
        <p:spPr>
          <a:xfrm>
            <a:off x="720000" y="1846398"/>
            <a:ext cx="2338800" cy="858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dk1"/>
                </a:solidFill>
                <a:latin typeface="Funnel Sans"/>
                <a:ea typeface="Funnel Sans"/>
                <a:cs typeface="Funnel Sans"/>
                <a:sym typeface="Funnel Sans"/>
              </a:rPr>
              <a:t>Mux_memtoreg decide el dato final</a:t>
            </a:r>
            <a:endParaRPr>
              <a:solidFill>
                <a:schemeClr val="dk1"/>
              </a:solidFill>
              <a:latin typeface="Funnel Sans"/>
              <a:ea typeface="Funnel Sans"/>
              <a:cs typeface="Funnel Sans"/>
              <a:sym typeface="Funnel Sans"/>
            </a:endParaRPr>
          </a:p>
        </p:txBody>
      </p:sp>
      <p:sp>
        <p:nvSpPr>
          <p:cNvPr id="316" name="Google Shape;316;p32"/>
          <p:cNvSpPr txBox="1"/>
          <p:nvPr/>
        </p:nvSpPr>
        <p:spPr>
          <a:xfrm>
            <a:off x="3402600" y="1846398"/>
            <a:ext cx="2338800" cy="858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dk1"/>
                </a:solidFill>
                <a:latin typeface="Funnel Sans"/>
                <a:ea typeface="Funnel Sans"/>
                <a:cs typeface="Funnel Sans"/>
                <a:sym typeface="Funnel Sans"/>
              </a:rPr>
              <a:t>Puede venir desde ALU o memoria</a:t>
            </a:r>
            <a:endParaRPr>
              <a:solidFill>
                <a:schemeClr val="dk1"/>
              </a:solidFill>
              <a:latin typeface="Funnel Sans"/>
              <a:ea typeface="Funnel Sans"/>
              <a:cs typeface="Funnel Sans"/>
              <a:sym typeface="Funnel Sans"/>
            </a:endParaRPr>
          </a:p>
        </p:txBody>
      </p:sp>
      <p:sp>
        <p:nvSpPr>
          <p:cNvPr id="317" name="Google Shape;317;p32"/>
          <p:cNvSpPr txBox="1"/>
          <p:nvPr/>
        </p:nvSpPr>
        <p:spPr>
          <a:xfrm>
            <a:off x="6085200" y="1846398"/>
            <a:ext cx="2338800" cy="858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dk1"/>
                </a:solidFill>
                <a:latin typeface="Funnel Sans"/>
                <a:ea typeface="Funnel Sans"/>
                <a:cs typeface="Funnel Sans"/>
                <a:sym typeface="Funnel Sans"/>
              </a:rPr>
              <a:t>El dato regresa al BancoReg</a:t>
            </a:r>
            <a:endParaRPr>
              <a:solidFill>
                <a:schemeClr val="dk1"/>
              </a:solidFill>
              <a:latin typeface="Funnel Sans"/>
              <a:ea typeface="Funnel Sans"/>
              <a:cs typeface="Funnel Sans"/>
              <a:sym typeface="Funnel Sans"/>
            </a:endParaRPr>
          </a:p>
        </p:txBody>
      </p:sp>
      <p:sp>
        <p:nvSpPr>
          <p:cNvPr id="318" name="Google Shape;318;p32"/>
          <p:cNvSpPr txBox="1"/>
          <p:nvPr/>
        </p:nvSpPr>
        <p:spPr>
          <a:xfrm>
            <a:off x="720000" y="3677541"/>
            <a:ext cx="2338800" cy="858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dk1"/>
                </a:solidFill>
                <a:latin typeface="Funnel Sans"/>
                <a:ea typeface="Funnel Sans"/>
                <a:cs typeface="Funnel Sans"/>
                <a:sym typeface="Funnel Sans"/>
              </a:rPr>
              <a:t>Se modifica el registro destino</a:t>
            </a:r>
            <a:endParaRPr>
              <a:solidFill>
                <a:schemeClr val="dk1"/>
              </a:solidFill>
              <a:latin typeface="Funnel Sans"/>
              <a:ea typeface="Funnel Sans"/>
              <a:cs typeface="Funnel Sans"/>
              <a:sym typeface="Funnel Sans"/>
            </a:endParaRPr>
          </a:p>
        </p:txBody>
      </p:sp>
      <p:sp>
        <p:nvSpPr>
          <p:cNvPr id="319" name="Google Shape;319;p32"/>
          <p:cNvSpPr txBox="1"/>
          <p:nvPr/>
        </p:nvSpPr>
        <p:spPr>
          <a:xfrm>
            <a:off x="6085200" y="3677541"/>
            <a:ext cx="2338800" cy="858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dk1"/>
                </a:solidFill>
                <a:latin typeface="Funnel Sans"/>
                <a:ea typeface="Funnel Sans"/>
                <a:cs typeface="Funnel Sans"/>
                <a:sym typeface="Funnel Sans"/>
              </a:rPr>
              <a:t>La instrucción completa su ejecución</a:t>
            </a:r>
            <a:endParaRPr>
              <a:solidFill>
                <a:schemeClr val="dk1"/>
              </a:solidFill>
              <a:latin typeface="Funnel Sans"/>
              <a:ea typeface="Funnel Sans"/>
              <a:cs typeface="Funnel Sans"/>
              <a:sym typeface="Funnel Sans"/>
            </a:endParaRPr>
          </a:p>
        </p:txBody>
      </p:sp>
      <p:cxnSp>
        <p:nvCxnSpPr>
          <p:cNvPr id="320" name="Google Shape;320;p32"/>
          <p:cNvCxnSpPr>
            <a:stCxn id="313" idx="3"/>
            <a:endCxn id="312" idx="1"/>
          </p:cNvCxnSpPr>
          <p:nvPr/>
        </p:nvCxnSpPr>
        <p:spPr>
          <a:xfrm>
            <a:off x="3058800" y="1623075"/>
            <a:ext cx="343800" cy="600"/>
          </a:xfrm>
          <a:prstGeom prst="bentConnector3">
            <a:avLst>
              <a:gd fmla="val 50000" name="adj1"/>
            </a:avLst>
          </a:prstGeom>
          <a:noFill/>
          <a:ln cap="flat" cmpd="sng" w="9525">
            <a:solidFill>
              <a:schemeClr val="dk2"/>
            </a:solidFill>
            <a:prstDash val="solid"/>
            <a:round/>
            <a:headEnd len="med" w="med" type="none"/>
            <a:tailEnd len="med" w="med" type="triangle"/>
          </a:ln>
        </p:spPr>
      </p:cxnSp>
      <p:cxnSp>
        <p:nvCxnSpPr>
          <p:cNvPr id="321" name="Google Shape;321;p32"/>
          <p:cNvCxnSpPr>
            <a:stCxn id="312" idx="3"/>
            <a:endCxn id="311" idx="1"/>
          </p:cNvCxnSpPr>
          <p:nvPr/>
        </p:nvCxnSpPr>
        <p:spPr>
          <a:xfrm>
            <a:off x="5741400" y="1623075"/>
            <a:ext cx="343800" cy="600"/>
          </a:xfrm>
          <a:prstGeom prst="bentConnector3">
            <a:avLst>
              <a:gd fmla="val 50000" name="adj1"/>
            </a:avLst>
          </a:prstGeom>
          <a:noFill/>
          <a:ln cap="flat" cmpd="sng" w="9525">
            <a:solidFill>
              <a:schemeClr val="dk2"/>
            </a:solidFill>
            <a:prstDash val="solid"/>
            <a:round/>
            <a:headEnd len="med" w="med" type="none"/>
            <a:tailEnd len="med" w="med" type="triangle"/>
          </a:ln>
        </p:spPr>
      </p:cxnSp>
      <p:cxnSp>
        <p:nvCxnSpPr>
          <p:cNvPr id="322" name="Google Shape;322;p32"/>
          <p:cNvCxnSpPr>
            <a:stCxn id="317" idx="2"/>
            <a:endCxn id="310" idx="0"/>
          </p:cNvCxnSpPr>
          <p:nvPr/>
        </p:nvCxnSpPr>
        <p:spPr>
          <a:xfrm rot="5400000">
            <a:off x="4316250" y="278148"/>
            <a:ext cx="511500" cy="5365200"/>
          </a:xfrm>
          <a:prstGeom prst="bentConnector3">
            <a:avLst>
              <a:gd fmla="val 50012" name="adj1"/>
            </a:avLst>
          </a:prstGeom>
          <a:noFill/>
          <a:ln cap="flat" cmpd="sng" w="9525">
            <a:solidFill>
              <a:schemeClr val="dk2"/>
            </a:solidFill>
            <a:prstDash val="solid"/>
            <a:round/>
            <a:headEnd len="med" w="med" type="none"/>
            <a:tailEnd len="med" w="med" type="triangle"/>
          </a:ln>
        </p:spPr>
      </p:cxnSp>
      <p:cxnSp>
        <p:nvCxnSpPr>
          <p:cNvPr id="323" name="Google Shape;323;p32"/>
          <p:cNvCxnSpPr>
            <a:stCxn id="310" idx="3"/>
            <a:endCxn id="309" idx="1"/>
          </p:cNvCxnSpPr>
          <p:nvPr/>
        </p:nvCxnSpPr>
        <p:spPr>
          <a:xfrm>
            <a:off x="3058800" y="3453925"/>
            <a:ext cx="3026400" cy="600"/>
          </a:xfrm>
          <a:prstGeom prst="bentConnector3">
            <a:avLst>
              <a:gd fmla="val 50000" name="adj1"/>
            </a:avLst>
          </a:prstGeom>
          <a:noFill/>
          <a:ln cap="flat" cmpd="sng" w="9525">
            <a:solidFill>
              <a:schemeClr val="dk2"/>
            </a:solidFill>
            <a:prstDash val="solid"/>
            <a:round/>
            <a:headEnd len="med" w="med" type="none"/>
            <a:tailEnd len="med" w="med" type="triangle"/>
          </a:ln>
        </p:spPr>
      </p:cxnSp>
      <p:sp>
        <p:nvSpPr>
          <p:cNvPr id="324" name="Google Shape;324;p32"/>
          <p:cNvSpPr/>
          <p:nvPr/>
        </p:nvSpPr>
        <p:spPr>
          <a:xfrm rot="5400000">
            <a:off x="4471075" y="533025"/>
            <a:ext cx="201900" cy="8628300"/>
          </a:xfrm>
          <a:prstGeom prst="roundRect">
            <a:avLst>
              <a:gd fmla="val 50000" name="adj"/>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unnel Sans"/>
              <a:ea typeface="Funnel Sans"/>
              <a:cs typeface="Funnel Sans"/>
              <a:sym typeface="Funnel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3"/>
          <p:cNvSpPr/>
          <p:nvPr/>
        </p:nvSpPr>
        <p:spPr>
          <a:xfrm>
            <a:off x="60000" y="1403650"/>
            <a:ext cx="8879100" cy="3312900"/>
          </a:xfrm>
          <a:prstGeom prst="roundRect">
            <a:avLst>
              <a:gd fmla="val 1551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unnel Sans"/>
              <a:ea typeface="Funnel Sans"/>
              <a:cs typeface="Funnel Sans"/>
              <a:sym typeface="Funnel Sans"/>
            </a:endParaRPr>
          </a:p>
        </p:txBody>
      </p:sp>
      <p:sp>
        <p:nvSpPr>
          <p:cNvPr id="330" name="Google Shape;330;p33"/>
          <p:cNvSpPr txBox="1"/>
          <p:nvPr>
            <p:ph type="title"/>
          </p:nvPr>
        </p:nvSpPr>
        <p:spPr>
          <a:xfrm>
            <a:off x="720000" y="458589"/>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El </a:t>
            </a:r>
            <a:r>
              <a:rPr lang="en">
                <a:solidFill>
                  <a:schemeClr val="accent2"/>
                </a:solidFill>
              </a:rPr>
              <a:t>súper </a:t>
            </a:r>
            <a:r>
              <a:rPr lang="en"/>
              <a:t>algoritmo </a:t>
            </a:r>
            <a:endParaRPr/>
          </a:p>
        </p:txBody>
      </p:sp>
      <p:sp>
        <p:nvSpPr>
          <p:cNvPr id="331" name="Google Shape;331;p33"/>
          <p:cNvSpPr txBox="1"/>
          <p:nvPr>
            <p:ph idx="2" type="subTitle"/>
          </p:nvPr>
        </p:nvSpPr>
        <p:spPr>
          <a:xfrm>
            <a:off x="376975" y="1645150"/>
            <a:ext cx="7843800" cy="282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Para poner a prueba nuestro diseño, escogimos el algoritmo de búsqueda sencillo por excelencia, busqueda binaria. Consiste en ir a la mitad de el conjunto de datos y comparar con el elemento buscado, si es mayor descarta los de la izquierda y se queda con los de la derecha o se queda con los de la </a:t>
            </a:r>
            <a:r>
              <a:rPr lang="en"/>
              <a:t>izquierda</a:t>
            </a:r>
            <a:r>
              <a:rPr lang="en"/>
              <a:t> en caso contrario, se repite hasta que lo encuentra.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El problema es que para ello requiere que los datos estén ordenados, pero eso lo solucionamos con otro algoritmo, el algoritmo de ordenamiento de burbuja:) es un método sencillo que revisa una lista de elementos comparándolos de dos en dos. Si el elemento de la izquierda es mayor que el de la derecha, los intercambia. Combinando ambos tenemos el “</a:t>
            </a:r>
            <a:r>
              <a:rPr lang="en"/>
              <a:t>súper</a:t>
            </a:r>
            <a:r>
              <a:rPr lang="en"/>
              <a:t> algoritmo”</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4"/>
          <p:cNvSpPr/>
          <p:nvPr/>
        </p:nvSpPr>
        <p:spPr>
          <a:xfrm>
            <a:off x="60000" y="1403650"/>
            <a:ext cx="8879100" cy="3247500"/>
          </a:xfrm>
          <a:prstGeom prst="roundRect">
            <a:avLst>
              <a:gd fmla="val 1551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unnel Sans"/>
              <a:ea typeface="Funnel Sans"/>
              <a:cs typeface="Funnel Sans"/>
              <a:sym typeface="Funnel Sans"/>
            </a:endParaRPr>
          </a:p>
        </p:txBody>
      </p:sp>
      <p:sp>
        <p:nvSpPr>
          <p:cNvPr id="337" name="Google Shape;337;p34"/>
          <p:cNvSpPr txBox="1"/>
          <p:nvPr>
            <p:ph type="title"/>
          </p:nvPr>
        </p:nvSpPr>
        <p:spPr>
          <a:xfrm>
            <a:off x="720000" y="458589"/>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Ensamblador del </a:t>
            </a:r>
            <a:r>
              <a:rPr lang="en">
                <a:solidFill>
                  <a:schemeClr val="accent2"/>
                </a:solidFill>
              </a:rPr>
              <a:t>algoritmo</a:t>
            </a:r>
            <a:endParaRPr>
              <a:solidFill>
                <a:schemeClr val="accent2"/>
              </a:solidFill>
            </a:endParaRPr>
          </a:p>
        </p:txBody>
      </p:sp>
      <p:sp>
        <p:nvSpPr>
          <p:cNvPr id="338" name="Google Shape;338;p34"/>
          <p:cNvSpPr txBox="1"/>
          <p:nvPr>
            <p:ph idx="2" type="subTitle"/>
          </p:nvPr>
        </p:nvSpPr>
        <p:spPr>
          <a:xfrm>
            <a:off x="376975" y="1645150"/>
            <a:ext cx="2898300" cy="152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En las instrucciones se ve frecuente el uso de la </a:t>
            </a:r>
            <a:r>
              <a:rPr lang="en"/>
              <a:t>instrucción</a:t>
            </a:r>
            <a:r>
              <a:rPr lang="en"/>
              <a:t> Nop (No operation) estos sirven para evitar Riesgos del Pipeline (Hazards). Al insertar nop, le damos tiempo al procesador de terminar de guardar un dato en la memoria o en un registro antes de que la siguiente instrucción intente usarlo.</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pic>
        <p:nvPicPr>
          <p:cNvPr id="339" name="Google Shape;339;p34"/>
          <p:cNvPicPr preferRelativeResize="0"/>
          <p:nvPr/>
        </p:nvPicPr>
        <p:blipFill rotWithShape="1">
          <a:blip r:embed="rId3">
            <a:alphaModFix/>
          </a:blip>
          <a:srcRect b="-2630" l="-2870" r="2870" t="2630"/>
          <a:stretch/>
        </p:blipFill>
        <p:spPr>
          <a:xfrm>
            <a:off x="3106975" y="1575925"/>
            <a:ext cx="5545275" cy="2484575"/>
          </a:xfrm>
          <a:prstGeom prst="rect">
            <a:avLst/>
          </a:prstGeom>
          <a:noFill/>
          <a:ln>
            <a:noFill/>
          </a:ln>
        </p:spPr>
      </p:pic>
      <p:sp>
        <p:nvSpPr>
          <p:cNvPr id="340" name="Google Shape;340;p34"/>
          <p:cNvSpPr txBox="1"/>
          <p:nvPr/>
        </p:nvSpPr>
        <p:spPr>
          <a:xfrm>
            <a:off x="3354425" y="3780675"/>
            <a:ext cx="48456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Funnel Sans"/>
                <a:ea typeface="Funnel Sans"/>
                <a:cs typeface="Funnel Sans"/>
                <a:sym typeface="Funnel Sans"/>
              </a:rPr>
              <a:t>Para profundizar más: GeeksforGeeks. (2025, November 11). Pipeline hazards. GeeksforGeeks. https://www.geeksforgeeks.org/computer-organization-architecture/pipeline-hazards/</a:t>
            </a:r>
            <a:endParaRPr sz="1200">
              <a:solidFill>
                <a:schemeClr val="dk1"/>
              </a:solidFill>
              <a:latin typeface="Funnel Sans"/>
              <a:ea typeface="Funnel Sans"/>
              <a:cs typeface="Funnel Sans"/>
              <a:sym typeface="Funnel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5"/>
          <p:cNvSpPr txBox="1"/>
          <p:nvPr>
            <p:ph type="title"/>
          </p:nvPr>
        </p:nvSpPr>
        <p:spPr>
          <a:xfrm>
            <a:off x="720000" y="458589"/>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Fase de </a:t>
            </a:r>
            <a:r>
              <a:rPr lang="en">
                <a:solidFill>
                  <a:schemeClr val="accent2"/>
                </a:solidFill>
              </a:rPr>
              <a:t>configuración</a:t>
            </a:r>
            <a:endParaRPr>
              <a:solidFill>
                <a:schemeClr val="accent2"/>
              </a:solidFill>
            </a:endParaRPr>
          </a:p>
        </p:txBody>
      </p:sp>
      <p:pic>
        <p:nvPicPr>
          <p:cNvPr id="346" name="Google Shape;346;p35"/>
          <p:cNvPicPr preferRelativeResize="0"/>
          <p:nvPr/>
        </p:nvPicPr>
        <p:blipFill>
          <a:blip r:embed="rId3">
            <a:alphaModFix/>
          </a:blip>
          <a:stretch>
            <a:fillRect/>
          </a:stretch>
        </p:blipFill>
        <p:spPr>
          <a:xfrm>
            <a:off x="674700" y="1509700"/>
            <a:ext cx="7704000" cy="2884200"/>
          </a:xfrm>
          <a:prstGeom prst="rect">
            <a:avLst/>
          </a:prstGeom>
          <a:noFill/>
          <a:ln>
            <a:noFill/>
          </a:ln>
        </p:spPr>
      </p:pic>
      <p:graphicFrame>
        <p:nvGraphicFramePr>
          <p:cNvPr id="347" name="Google Shape;347;p35"/>
          <p:cNvGraphicFramePr/>
          <p:nvPr/>
        </p:nvGraphicFramePr>
        <p:xfrm>
          <a:off x="834700" y="2307600"/>
          <a:ext cx="3000000" cy="3000000"/>
        </p:xfrm>
        <a:graphic>
          <a:graphicData uri="http://schemas.openxmlformats.org/drawingml/2006/table">
            <a:tbl>
              <a:tblPr>
                <a:noFill/>
                <a:tableStyleId>{508EEE89-7930-4D39-A249-BA43D4B6EDAE}</a:tableStyleId>
              </a:tblPr>
              <a:tblGrid>
                <a:gridCol w="1638300"/>
                <a:gridCol w="1905000"/>
                <a:gridCol w="3514725"/>
              </a:tblGrid>
              <a:tr h="333375">
                <a:tc>
                  <a:txBody>
                    <a:bodyPr/>
                    <a:lstStyle/>
                    <a:p>
                      <a:pPr indent="0" lvl="0" marL="0" rtl="0" algn="l">
                        <a:lnSpc>
                          <a:spcPct val="115000"/>
                        </a:lnSpc>
                        <a:spcBef>
                          <a:spcPts val="0"/>
                        </a:spcBef>
                        <a:spcAft>
                          <a:spcPts val="0"/>
                        </a:spcAft>
                        <a:buNone/>
                      </a:pPr>
                      <a:r>
                        <a:rPr b="1" lang="en" sz="1200"/>
                        <a:t>Instrucción en Ensamblador</a:t>
                      </a:r>
                      <a:endParaRPr b="1" sz="12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200"/>
                        <a:t>¿Qué hace aritméticamente?</a:t>
                      </a:r>
                      <a:endParaRPr b="1" sz="12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200"/>
                        <a:t>Explicación del Algoritmo</a:t>
                      </a:r>
                      <a:endParaRPr b="1" sz="12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addi $s0, $zero, 0</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Suma 0 + 0 y lo guarda en $s0.</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Fija el registro base del arreglo en la dirección de memoria 0.</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addi $s1, $zero, 10</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Suma 0 + 10 y lo guarda en $s1.</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Define el tamaño del arreglo (n = 10).</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addi $s2, $zero, 45</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Suma 0 + 45 y lo guarda en $s2.</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Define el valor objetivo a buscar al final (X = 45).</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36"/>
          <p:cNvSpPr txBox="1"/>
          <p:nvPr>
            <p:ph type="title"/>
          </p:nvPr>
        </p:nvSpPr>
        <p:spPr>
          <a:xfrm>
            <a:off x="720000" y="458589"/>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Fase de </a:t>
            </a:r>
            <a:r>
              <a:rPr lang="en">
                <a:solidFill>
                  <a:srgbClr val="25FFA6"/>
                </a:solidFill>
              </a:rPr>
              <a:t>Ordenamiento </a:t>
            </a:r>
            <a:r>
              <a:rPr lang="en"/>
              <a:t>(Bubble Sort)</a:t>
            </a:r>
            <a:endParaRPr>
              <a:solidFill>
                <a:schemeClr val="accent2"/>
              </a:solidFill>
            </a:endParaRPr>
          </a:p>
        </p:txBody>
      </p:sp>
      <p:pic>
        <p:nvPicPr>
          <p:cNvPr id="353" name="Google Shape;353;p36"/>
          <p:cNvPicPr preferRelativeResize="0"/>
          <p:nvPr/>
        </p:nvPicPr>
        <p:blipFill>
          <a:blip r:embed="rId3">
            <a:alphaModFix/>
          </a:blip>
          <a:stretch>
            <a:fillRect/>
          </a:stretch>
        </p:blipFill>
        <p:spPr>
          <a:xfrm>
            <a:off x="227400" y="1509700"/>
            <a:ext cx="8738500" cy="3110600"/>
          </a:xfrm>
          <a:prstGeom prst="rect">
            <a:avLst/>
          </a:prstGeom>
          <a:noFill/>
          <a:ln>
            <a:noFill/>
          </a:ln>
        </p:spPr>
      </p:pic>
      <p:graphicFrame>
        <p:nvGraphicFramePr>
          <p:cNvPr id="354" name="Google Shape;354;p36"/>
          <p:cNvGraphicFramePr/>
          <p:nvPr/>
        </p:nvGraphicFramePr>
        <p:xfrm>
          <a:off x="478400" y="1643400"/>
          <a:ext cx="3000000" cy="3000000"/>
        </p:xfrm>
        <a:graphic>
          <a:graphicData uri="http://schemas.openxmlformats.org/drawingml/2006/table">
            <a:tbl>
              <a:tblPr>
                <a:noFill/>
                <a:tableStyleId>{508EEE89-7930-4D39-A249-BA43D4B6EDAE}</a:tableStyleId>
              </a:tblPr>
              <a:tblGrid>
                <a:gridCol w="1818700"/>
                <a:gridCol w="2025575"/>
                <a:gridCol w="4430400"/>
              </a:tblGrid>
              <a:tr h="260800">
                <a:tc>
                  <a:txBody>
                    <a:bodyPr/>
                    <a:lstStyle/>
                    <a:p>
                      <a:pPr indent="0" lvl="0" marL="0" rtl="0" algn="l">
                        <a:lnSpc>
                          <a:spcPct val="115000"/>
                        </a:lnSpc>
                        <a:spcBef>
                          <a:spcPts val="0"/>
                        </a:spcBef>
                        <a:spcAft>
                          <a:spcPts val="0"/>
                        </a:spcAft>
                        <a:buNone/>
                      </a:pPr>
                      <a:r>
                        <a:rPr b="1" lang="en" sz="1200"/>
                        <a:t>Etiqueta / Instrucción</a:t>
                      </a:r>
                      <a:endParaRPr b="1" sz="12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200"/>
                        <a:t>Operación Interna</a:t>
                      </a:r>
                      <a:endParaRPr b="1" sz="12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200"/>
                        <a:t>Explicación del Algoritmo</a:t>
                      </a:r>
                      <a:endParaRPr b="1" sz="12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20675">
                <a:tc>
                  <a:txBody>
                    <a:bodyPr/>
                    <a:lstStyle/>
                    <a:p>
                      <a:pPr indent="0" lvl="0" marL="0" rtl="0" algn="l">
                        <a:lnSpc>
                          <a:spcPct val="115000"/>
                        </a:lnSpc>
                        <a:spcBef>
                          <a:spcPts val="0"/>
                        </a:spcBef>
                        <a:spcAft>
                          <a:spcPts val="0"/>
                        </a:spcAft>
                        <a:buNone/>
                      </a:pPr>
                      <a:r>
                        <a:rPr lang="en" sz="1000"/>
                        <a:t>addi $t0, $zero, 0</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$t0 = 0</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Inicializa el contador del ciclo externo (i = 0).</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64800">
                <a:tc>
                  <a:txBody>
                    <a:bodyPr/>
                    <a:lstStyle/>
                    <a:p>
                      <a:pPr indent="0" lvl="0" marL="0" rtl="0" algn="l">
                        <a:lnSpc>
                          <a:spcPct val="115000"/>
                        </a:lnSpc>
                        <a:spcBef>
                          <a:spcPts val="0"/>
                        </a:spcBef>
                        <a:spcAft>
                          <a:spcPts val="0"/>
                        </a:spcAft>
                        <a:buNone/>
                      </a:pPr>
                      <a:r>
                        <a:rPr b="1" lang="en" sz="1200"/>
                        <a:t>CICLO_EXTERNO:</a:t>
                      </a:r>
                      <a:endParaRPr b="1" sz="12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 Inicio de la pasada por el arreglo --</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20675">
                <a:tc>
                  <a:txBody>
                    <a:bodyPr/>
                    <a:lstStyle/>
                    <a:p>
                      <a:pPr indent="0" lvl="0" marL="0" rtl="0" algn="l">
                        <a:lnSpc>
                          <a:spcPct val="115000"/>
                        </a:lnSpc>
                        <a:spcBef>
                          <a:spcPts val="0"/>
                        </a:spcBef>
                        <a:spcAft>
                          <a:spcPts val="0"/>
                        </a:spcAft>
                        <a:buNone/>
                      </a:pPr>
                      <a:r>
                        <a:rPr lang="en" sz="1000"/>
                        <a:t>addi $t8, $s1, -1</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$t8 = 10 - 1 = 9</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Calcula el límite superior (n - 1).</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20675">
                <a:tc>
                  <a:txBody>
                    <a:bodyPr/>
                    <a:lstStyle/>
                    <a:p>
                      <a:pPr indent="0" lvl="0" marL="0" rtl="0" algn="l">
                        <a:lnSpc>
                          <a:spcPct val="115000"/>
                        </a:lnSpc>
                        <a:spcBef>
                          <a:spcPts val="0"/>
                        </a:spcBef>
                        <a:spcAft>
                          <a:spcPts val="0"/>
                        </a:spcAft>
                        <a:buNone/>
                      </a:pPr>
                      <a:r>
                        <a:rPr lang="en" sz="1000"/>
                        <a:t>slt $t9, $t0, $t8</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Si $t0 &lt; $t8, entonces $t9 = 1, sino 0.</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Comprueba si i &lt; (n - 1).</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401200">
                <a:tc>
                  <a:txBody>
                    <a:bodyPr/>
                    <a:lstStyle/>
                    <a:p>
                      <a:pPr indent="0" lvl="0" marL="0" rtl="0" algn="l">
                        <a:lnSpc>
                          <a:spcPct val="115000"/>
                        </a:lnSpc>
                        <a:spcBef>
                          <a:spcPts val="0"/>
                        </a:spcBef>
                        <a:spcAft>
                          <a:spcPts val="0"/>
                        </a:spcAft>
                        <a:buNone/>
                      </a:pPr>
                      <a:r>
                        <a:rPr lang="en" sz="1000"/>
                        <a:t>beq $t9, $zero, INICIO_BUSQUEDA</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Si $t9 == 0, salta a INICIO_BUSQUEDA.</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Si i llegó al límite, el arreglo ya está ordenado, se sale del ciclo</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20675">
                <a:tc>
                  <a:txBody>
                    <a:bodyPr/>
                    <a:lstStyle/>
                    <a:p>
                      <a:pPr indent="0" lvl="0" marL="0" rtl="0" algn="l">
                        <a:lnSpc>
                          <a:spcPct val="115000"/>
                        </a:lnSpc>
                        <a:spcBef>
                          <a:spcPts val="0"/>
                        </a:spcBef>
                        <a:spcAft>
                          <a:spcPts val="0"/>
                        </a:spcAft>
                        <a:buNone/>
                      </a:pPr>
                      <a:r>
                        <a:rPr lang="en" sz="1000"/>
                        <a:t>addi $t1, $zero, 0</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$t1 = 0</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Inicializa el contador del ciclo interno (j = 0).</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64800">
                <a:tc>
                  <a:txBody>
                    <a:bodyPr/>
                    <a:lstStyle/>
                    <a:p>
                      <a:pPr indent="0" lvl="0" marL="0" rtl="0" algn="l">
                        <a:lnSpc>
                          <a:spcPct val="115000"/>
                        </a:lnSpc>
                        <a:spcBef>
                          <a:spcPts val="0"/>
                        </a:spcBef>
                        <a:spcAft>
                          <a:spcPts val="0"/>
                        </a:spcAft>
                        <a:buNone/>
                      </a:pPr>
                      <a:r>
                        <a:rPr b="1" lang="en" sz="1200"/>
                        <a:t>CICLO_INTERNO:</a:t>
                      </a:r>
                      <a:endParaRPr b="1" sz="12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 Recorre los elementos no ordenados --</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401200">
                <a:tc>
                  <a:txBody>
                    <a:bodyPr/>
                    <a:lstStyle/>
                    <a:p>
                      <a:pPr indent="0" lvl="0" marL="0" rtl="0" algn="l">
                        <a:lnSpc>
                          <a:spcPct val="115000"/>
                        </a:lnSpc>
                        <a:spcBef>
                          <a:spcPts val="0"/>
                        </a:spcBef>
                        <a:spcAft>
                          <a:spcPts val="0"/>
                        </a:spcAft>
                        <a:buNone/>
                      </a:pPr>
                      <a:r>
                        <a:rPr lang="en" sz="1000"/>
                        <a:t>sub $t7, $t8, $t0</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$t7 = $t8 - $t0</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Límite interno = (n - 1) - i. Optimiza para no revisar los números que ya </a:t>
                      </a:r>
                      <a:endParaRPr sz="1000"/>
                    </a:p>
                    <a:p>
                      <a:pPr indent="0" lvl="0" marL="0" rtl="0" algn="l">
                        <a:lnSpc>
                          <a:spcPct val="115000"/>
                        </a:lnSpc>
                        <a:spcBef>
                          <a:spcPts val="0"/>
                        </a:spcBef>
                        <a:spcAft>
                          <a:spcPts val="0"/>
                        </a:spcAft>
                        <a:buNone/>
                      </a:pPr>
                      <a:r>
                        <a:rPr lang="en" sz="1000"/>
                        <a:t>subieron al final.</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20675">
                <a:tc>
                  <a:txBody>
                    <a:bodyPr/>
                    <a:lstStyle/>
                    <a:p>
                      <a:pPr indent="0" lvl="0" marL="0" rtl="0" algn="l">
                        <a:lnSpc>
                          <a:spcPct val="115000"/>
                        </a:lnSpc>
                        <a:spcBef>
                          <a:spcPts val="0"/>
                        </a:spcBef>
                        <a:spcAft>
                          <a:spcPts val="0"/>
                        </a:spcAft>
                        <a:buNone/>
                      </a:pPr>
                      <a:r>
                        <a:rPr lang="en" sz="1000"/>
                        <a:t>slt $t9, $t1, $t7</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Si $t1 &lt; $t7, $t9 = 1, sino 0.</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Comprueba si j &lt; limite_interno.</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7"/>
          <p:cNvSpPr txBox="1"/>
          <p:nvPr>
            <p:ph type="title"/>
          </p:nvPr>
        </p:nvSpPr>
        <p:spPr>
          <a:xfrm>
            <a:off x="720000" y="458589"/>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Fase de </a:t>
            </a:r>
            <a:r>
              <a:rPr lang="en">
                <a:solidFill>
                  <a:srgbClr val="25FFA6"/>
                </a:solidFill>
              </a:rPr>
              <a:t>Ordenamiento </a:t>
            </a:r>
            <a:r>
              <a:rPr lang="en"/>
              <a:t>(Bubble Sort)</a:t>
            </a:r>
            <a:endParaRPr>
              <a:solidFill>
                <a:schemeClr val="accent2"/>
              </a:solidFill>
            </a:endParaRPr>
          </a:p>
        </p:txBody>
      </p:sp>
      <p:pic>
        <p:nvPicPr>
          <p:cNvPr id="360" name="Google Shape;360;p37"/>
          <p:cNvPicPr preferRelativeResize="0"/>
          <p:nvPr/>
        </p:nvPicPr>
        <p:blipFill>
          <a:blip r:embed="rId3">
            <a:alphaModFix/>
          </a:blip>
          <a:stretch>
            <a:fillRect/>
          </a:stretch>
        </p:blipFill>
        <p:spPr>
          <a:xfrm>
            <a:off x="227400" y="1509700"/>
            <a:ext cx="8693224" cy="2884200"/>
          </a:xfrm>
          <a:prstGeom prst="rect">
            <a:avLst/>
          </a:prstGeom>
          <a:noFill/>
          <a:ln>
            <a:noFill/>
          </a:ln>
        </p:spPr>
      </p:pic>
      <p:graphicFrame>
        <p:nvGraphicFramePr>
          <p:cNvPr id="361" name="Google Shape;361;p37"/>
          <p:cNvGraphicFramePr/>
          <p:nvPr/>
        </p:nvGraphicFramePr>
        <p:xfrm>
          <a:off x="351600" y="1610300"/>
          <a:ext cx="3000000" cy="3000000"/>
        </p:xfrm>
        <a:graphic>
          <a:graphicData uri="http://schemas.openxmlformats.org/drawingml/2006/table">
            <a:tbl>
              <a:tblPr>
                <a:noFill/>
                <a:tableStyleId>{508EEE89-7930-4D39-A249-BA43D4B6EDAE}</a:tableStyleId>
              </a:tblPr>
              <a:tblGrid>
                <a:gridCol w="1866500"/>
                <a:gridCol w="2078775"/>
                <a:gridCol w="4546775"/>
              </a:tblGrid>
              <a:tr h="390500">
                <a:tc>
                  <a:txBody>
                    <a:bodyPr/>
                    <a:lstStyle/>
                    <a:p>
                      <a:pPr indent="0" lvl="0" marL="0" rtl="0" algn="l">
                        <a:lnSpc>
                          <a:spcPct val="115000"/>
                        </a:lnSpc>
                        <a:spcBef>
                          <a:spcPts val="0"/>
                        </a:spcBef>
                        <a:spcAft>
                          <a:spcPts val="0"/>
                        </a:spcAft>
                        <a:buNone/>
                      </a:pPr>
                      <a:r>
                        <a:rPr lang="en" sz="1000"/>
                        <a:t>beq $t9, $zero, FIN_INTERNO</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Si $t9 == 0, salta a FIN_INTERNO.</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Si j llegó al límite, termina esta pasada y avanza la i.</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59700">
                <a:tc>
                  <a:txBody>
                    <a:bodyPr/>
                    <a:lstStyle/>
                    <a:p>
                      <a:pPr indent="0" lvl="0" marL="0" rtl="0" algn="l">
                        <a:lnSpc>
                          <a:spcPct val="115000"/>
                        </a:lnSpc>
                        <a:spcBef>
                          <a:spcPts val="0"/>
                        </a:spcBef>
                        <a:spcAft>
                          <a:spcPts val="0"/>
                        </a:spcAft>
                        <a:buNone/>
                      </a:pPr>
                      <a:r>
                        <a:rPr b="1" lang="en" sz="1200"/>
                        <a:t>(Cálculo de Memoria)</a:t>
                      </a:r>
                      <a:endParaRPr b="1" sz="12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 Multiplicación por 4 (Alineamiento) --</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393500">
                <a:tc>
                  <a:txBody>
                    <a:bodyPr/>
                    <a:lstStyle/>
                    <a:p>
                      <a:pPr indent="0" lvl="0" marL="0" rtl="0" algn="l">
                        <a:lnSpc>
                          <a:spcPct val="115000"/>
                        </a:lnSpc>
                        <a:spcBef>
                          <a:spcPts val="0"/>
                        </a:spcBef>
                        <a:spcAft>
                          <a:spcPts val="0"/>
                        </a:spcAft>
                        <a:buNone/>
                      </a:pPr>
                      <a:r>
                        <a:rPr lang="en" sz="1000"/>
                        <a:t>add $t4, $t1, $t1</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$t4 = j + j (equivale a j * 2)</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MIPS avanza de 4 en 4 bytes. Para acceder al índice j, multiplicamos por 4 usando sumas.</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16450">
                <a:tc>
                  <a:txBody>
                    <a:bodyPr/>
                    <a:lstStyle/>
                    <a:p>
                      <a:pPr indent="0" lvl="0" marL="0" rtl="0" algn="l">
                        <a:lnSpc>
                          <a:spcPct val="115000"/>
                        </a:lnSpc>
                        <a:spcBef>
                          <a:spcPts val="0"/>
                        </a:spcBef>
                        <a:spcAft>
                          <a:spcPts val="0"/>
                        </a:spcAft>
                        <a:buNone/>
                      </a:pPr>
                      <a:r>
                        <a:rPr lang="en" sz="1000"/>
                        <a:t>add $t4, $t4, $t4</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$t4 = 2j + 2j (equivale a j * 4)</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Tenemos el "offset" o desplazamiento exacto en bytes.</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16450">
                <a:tc>
                  <a:txBody>
                    <a:bodyPr/>
                    <a:lstStyle/>
                    <a:p>
                      <a:pPr indent="0" lvl="0" marL="0" rtl="0" algn="l">
                        <a:lnSpc>
                          <a:spcPct val="115000"/>
                        </a:lnSpc>
                        <a:spcBef>
                          <a:spcPts val="0"/>
                        </a:spcBef>
                        <a:spcAft>
                          <a:spcPts val="0"/>
                        </a:spcAft>
                        <a:buNone/>
                      </a:pPr>
                      <a:r>
                        <a:rPr lang="en" sz="1000"/>
                        <a:t>add $t5, $s0, $t4</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$t5 = dir_base + offset</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$t5 ahora tiene la dirección física de memoria de A[j].</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59700">
                <a:tc>
                  <a:txBody>
                    <a:bodyPr/>
                    <a:lstStyle/>
                    <a:p>
                      <a:pPr indent="0" lvl="0" marL="0" rtl="0" algn="l">
                        <a:lnSpc>
                          <a:spcPct val="115000"/>
                        </a:lnSpc>
                        <a:spcBef>
                          <a:spcPts val="0"/>
                        </a:spcBef>
                        <a:spcAft>
                          <a:spcPts val="0"/>
                        </a:spcAft>
                        <a:buNone/>
                      </a:pPr>
                      <a:r>
                        <a:rPr b="1" lang="en" sz="1200"/>
                        <a:t>(Lectura y Comparación)</a:t>
                      </a:r>
                      <a:endParaRPr b="1" sz="12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 Extracción de datos RAM --</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16450">
                <a:tc>
                  <a:txBody>
                    <a:bodyPr/>
                    <a:lstStyle/>
                    <a:p>
                      <a:pPr indent="0" lvl="0" marL="0" rtl="0" algn="l">
                        <a:lnSpc>
                          <a:spcPct val="115000"/>
                        </a:lnSpc>
                        <a:spcBef>
                          <a:spcPts val="0"/>
                        </a:spcBef>
                        <a:spcAft>
                          <a:spcPts val="0"/>
                        </a:spcAft>
                        <a:buNone/>
                      </a:pPr>
                      <a:r>
                        <a:rPr lang="en" sz="1000"/>
                        <a:t>lw $s3, 0($t5)</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$s3 = Memoria[$t5]</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Carga en el registro $s3 el valor actual de A[j].</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16450">
                <a:tc>
                  <a:txBody>
                    <a:bodyPr/>
                    <a:lstStyle/>
                    <a:p>
                      <a:pPr indent="0" lvl="0" marL="0" rtl="0" algn="l">
                        <a:lnSpc>
                          <a:spcPct val="115000"/>
                        </a:lnSpc>
                        <a:spcBef>
                          <a:spcPts val="0"/>
                        </a:spcBef>
                        <a:spcAft>
                          <a:spcPts val="0"/>
                        </a:spcAft>
                        <a:buNone/>
                      </a:pPr>
                      <a:r>
                        <a:rPr lang="en" sz="1000"/>
                        <a:t>lw $s4, 4($t5)</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$s4 = Memoria[$t5 + 4]</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Carga en el registro $s4 el valor adyacente A[j+1].</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16450">
                <a:tc>
                  <a:txBody>
                    <a:bodyPr/>
                    <a:lstStyle/>
                    <a:p>
                      <a:pPr indent="0" lvl="0" marL="0" rtl="0" algn="l">
                        <a:lnSpc>
                          <a:spcPct val="115000"/>
                        </a:lnSpc>
                        <a:spcBef>
                          <a:spcPts val="0"/>
                        </a:spcBef>
                        <a:spcAft>
                          <a:spcPts val="0"/>
                        </a:spcAft>
                        <a:buNone/>
                      </a:pPr>
                      <a:r>
                        <a:rPr lang="en" sz="1000"/>
                        <a:t>slt $t6, $s4, $s3</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Si $s4 &lt; $s3, $t6 = 1, sino 0.</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¿El elemento de la derecha es MENOR que el de la izquierda?</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16450">
                <a:tc>
                  <a:txBody>
                    <a:bodyPr/>
                    <a:lstStyle/>
                    <a:p>
                      <a:pPr indent="0" lvl="0" marL="0" rtl="0" algn="l">
                        <a:lnSpc>
                          <a:spcPct val="115000"/>
                        </a:lnSpc>
                        <a:spcBef>
                          <a:spcPts val="0"/>
                        </a:spcBef>
                        <a:spcAft>
                          <a:spcPts val="0"/>
                        </a:spcAft>
                        <a:buNone/>
                      </a:pPr>
                      <a:r>
                        <a:rPr lang="en" sz="1000"/>
                        <a:t>beq $t6, $zero, NO_SWAP</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Si $t6 == 0, salta a NO_SWAP.</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Si el de la derecha es mayor, están en buen orden. No intercambia nada</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8"/>
          <p:cNvSpPr txBox="1"/>
          <p:nvPr>
            <p:ph type="title"/>
          </p:nvPr>
        </p:nvSpPr>
        <p:spPr>
          <a:xfrm>
            <a:off x="720000" y="458589"/>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Fase de </a:t>
            </a:r>
            <a:r>
              <a:rPr lang="en">
                <a:solidFill>
                  <a:srgbClr val="25FFA6"/>
                </a:solidFill>
              </a:rPr>
              <a:t>Ordenamiento </a:t>
            </a:r>
            <a:r>
              <a:rPr lang="en"/>
              <a:t>(Bubble Sort)</a:t>
            </a:r>
            <a:endParaRPr>
              <a:solidFill>
                <a:schemeClr val="accent2"/>
              </a:solidFill>
            </a:endParaRPr>
          </a:p>
        </p:txBody>
      </p:sp>
      <p:pic>
        <p:nvPicPr>
          <p:cNvPr id="367" name="Google Shape;367;p38"/>
          <p:cNvPicPr preferRelativeResize="0"/>
          <p:nvPr/>
        </p:nvPicPr>
        <p:blipFill>
          <a:blip r:embed="rId3">
            <a:alphaModFix/>
          </a:blip>
          <a:stretch>
            <a:fillRect/>
          </a:stretch>
        </p:blipFill>
        <p:spPr>
          <a:xfrm>
            <a:off x="218325" y="1509700"/>
            <a:ext cx="8684200" cy="2884200"/>
          </a:xfrm>
          <a:prstGeom prst="rect">
            <a:avLst/>
          </a:prstGeom>
          <a:noFill/>
          <a:ln>
            <a:noFill/>
          </a:ln>
        </p:spPr>
      </p:pic>
      <p:graphicFrame>
        <p:nvGraphicFramePr>
          <p:cNvPr id="368" name="Google Shape;368;p38"/>
          <p:cNvGraphicFramePr/>
          <p:nvPr/>
        </p:nvGraphicFramePr>
        <p:xfrm>
          <a:off x="279200" y="1673650"/>
          <a:ext cx="3000000" cy="3000000"/>
        </p:xfrm>
        <a:graphic>
          <a:graphicData uri="http://schemas.openxmlformats.org/drawingml/2006/table">
            <a:tbl>
              <a:tblPr>
                <a:noFill/>
                <a:tableStyleId>{508EEE89-7930-4D39-A249-BA43D4B6EDAE}</a:tableStyleId>
              </a:tblPr>
              <a:tblGrid>
                <a:gridCol w="1880400"/>
                <a:gridCol w="2094300"/>
                <a:gridCol w="4580700"/>
              </a:tblGrid>
              <a:tr h="303525">
                <a:tc>
                  <a:txBody>
                    <a:bodyPr/>
                    <a:lstStyle/>
                    <a:p>
                      <a:pPr indent="0" lvl="0" marL="0" rtl="0" algn="l">
                        <a:lnSpc>
                          <a:spcPct val="115000"/>
                        </a:lnSpc>
                        <a:spcBef>
                          <a:spcPts val="0"/>
                        </a:spcBef>
                        <a:spcAft>
                          <a:spcPts val="0"/>
                        </a:spcAft>
                        <a:buNone/>
                      </a:pPr>
                      <a:r>
                        <a:rPr b="1" lang="en" sz="1200"/>
                        <a:t>(Intercambio - Swap)</a:t>
                      </a:r>
                      <a:endParaRPr b="1" sz="12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 Volteo de datos en RAM --</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52950">
                <a:tc>
                  <a:txBody>
                    <a:bodyPr/>
                    <a:lstStyle/>
                    <a:p>
                      <a:pPr indent="0" lvl="0" marL="0" rtl="0" algn="l">
                        <a:lnSpc>
                          <a:spcPct val="115000"/>
                        </a:lnSpc>
                        <a:spcBef>
                          <a:spcPts val="0"/>
                        </a:spcBef>
                        <a:spcAft>
                          <a:spcPts val="0"/>
                        </a:spcAft>
                        <a:buNone/>
                      </a:pPr>
                      <a:r>
                        <a:rPr lang="en" sz="1000"/>
                        <a:t>sw $s4, 0($t5)</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Memoria[$t5] = $s4</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Sobrescribe A[j] con el valor de A[j+1].</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52950">
                <a:tc>
                  <a:txBody>
                    <a:bodyPr/>
                    <a:lstStyle/>
                    <a:p>
                      <a:pPr indent="0" lvl="0" marL="0" rtl="0" algn="l">
                        <a:lnSpc>
                          <a:spcPct val="115000"/>
                        </a:lnSpc>
                        <a:spcBef>
                          <a:spcPts val="0"/>
                        </a:spcBef>
                        <a:spcAft>
                          <a:spcPts val="0"/>
                        </a:spcAft>
                        <a:buNone/>
                      </a:pPr>
                      <a:r>
                        <a:rPr lang="en" sz="1000"/>
                        <a:t>sw $s3, 4($t5)</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Memoria[$t5 + 4] = $s3</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Sobrescribe A[j+1] con el valor de A[j].</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303525">
                <a:tc>
                  <a:txBody>
                    <a:bodyPr/>
                    <a:lstStyle/>
                    <a:p>
                      <a:pPr indent="0" lvl="0" marL="0" rtl="0" algn="l">
                        <a:lnSpc>
                          <a:spcPct val="115000"/>
                        </a:lnSpc>
                        <a:spcBef>
                          <a:spcPts val="0"/>
                        </a:spcBef>
                        <a:spcAft>
                          <a:spcPts val="0"/>
                        </a:spcAft>
                        <a:buNone/>
                      </a:pPr>
                      <a:r>
                        <a:rPr b="1" lang="en" sz="1200"/>
                        <a:t>NO_SWAP:</a:t>
                      </a:r>
                      <a:endParaRPr b="1" sz="12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i="1" lang="en"/>
                        <a:t>(  no hay cambio )</a:t>
                      </a:r>
                      <a:endParaRPr i="1"/>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52950">
                <a:tc>
                  <a:txBody>
                    <a:bodyPr/>
                    <a:lstStyle/>
                    <a:p>
                      <a:pPr indent="0" lvl="0" marL="0" rtl="0" algn="l">
                        <a:lnSpc>
                          <a:spcPct val="115000"/>
                        </a:lnSpc>
                        <a:spcBef>
                          <a:spcPts val="0"/>
                        </a:spcBef>
                        <a:spcAft>
                          <a:spcPts val="0"/>
                        </a:spcAft>
                        <a:buNone/>
                      </a:pPr>
                      <a:r>
                        <a:rPr lang="en" sz="1000"/>
                        <a:t>addi $t1, $t1, 1</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$t1 = $t1 + 1</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Incrementa j++.</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52950">
                <a:tc>
                  <a:txBody>
                    <a:bodyPr/>
                    <a:lstStyle/>
                    <a:p>
                      <a:pPr indent="0" lvl="0" marL="0" rtl="0" algn="l">
                        <a:lnSpc>
                          <a:spcPct val="115000"/>
                        </a:lnSpc>
                        <a:spcBef>
                          <a:spcPts val="0"/>
                        </a:spcBef>
                        <a:spcAft>
                          <a:spcPts val="0"/>
                        </a:spcAft>
                        <a:buNone/>
                      </a:pPr>
                      <a:r>
                        <a:rPr lang="en" sz="1000"/>
                        <a:t>j CICLO_INTERNO</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Salta incondicionalmente.</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Regresa a evaluar el siguiente par de números.</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303525">
                <a:tc>
                  <a:txBody>
                    <a:bodyPr/>
                    <a:lstStyle/>
                    <a:p>
                      <a:pPr indent="0" lvl="0" marL="0" rtl="0" algn="l">
                        <a:lnSpc>
                          <a:spcPct val="115000"/>
                        </a:lnSpc>
                        <a:spcBef>
                          <a:spcPts val="0"/>
                        </a:spcBef>
                        <a:spcAft>
                          <a:spcPts val="0"/>
                        </a:spcAft>
                        <a:buNone/>
                      </a:pPr>
                      <a:r>
                        <a:rPr b="1" lang="en" sz="1200"/>
                        <a:t>FIN_INTERNO:</a:t>
                      </a:r>
                      <a:endParaRPr b="1" sz="12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52950">
                <a:tc>
                  <a:txBody>
                    <a:bodyPr/>
                    <a:lstStyle/>
                    <a:p>
                      <a:pPr indent="0" lvl="0" marL="0" rtl="0" algn="l">
                        <a:lnSpc>
                          <a:spcPct val="115000"/>
                        </a:lnSpc>
                        <a:spcBef>
                          <a:spcPts val="0"/>
                        </a:spcBef>
                        <a:spcAft>
                          <a:spcPts val="0"/>
                        </a:spcAft>
                        <a:buNone/>
                      </a:pPr>
                      <a:r>
                        <a:rPr lang="en" sz="1000"/>
                        <a:t>addi $t0, $t0, 1</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$t0 = $t0 + 1</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Incrementa i++.</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52950">
                <a:tc>
                  <a:txBody>
                    <a:bodyPr/>
                    <a:lstStyle/>
                    <a:p>
                      <a:pPr indent="0" lvl="0" marL="0" rtl="0" algn="l">
                        <a:lnSpc>
                          <a:spcPct val="115000"/>
                        </a:lnSpc>
                        <a:spcBef>
                          <a:spcPts val="0"/>
                        </a:spcBef>
                        <a:spcAft>
                          <a:spcPts val="0"/>
                        </a:spcAft>
                        <a:buNone/>
                      </a:pPr>
                      <a:r>
                        <a:rPr lang="en" sz="1000"/>
                        <a:t>j CICLO_EXTERNO</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Salta incondicionalmente.</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Inicia una nueva pasada por el arreglo.</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39"/>
          <p:cNvSpPr txBox="1"/>
          <p:nvPr>
            <p:ph type="title"/>
          </p:nvPr>
        </p:nvSpPr>
        <p:spPr>
          <a:xfrm>
            <a:off x="720000" y="458589"/>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Fase de </a:t>
            </a:r>
            <a:r>
              <a:rPr lang="en">
                <a:solidFill>
                  <a:schemeClr val="accent2"/>
                </a:solidFill>
              </a:rPr>
              <a:t>Búsqueda</a:t>
            </a:r>
            <a:r>
              <a:rPr lang="en"/>
              <a:t> Binaria</a:t>
            </a:r>
            <a:endParaRPr>
              <a:solidFill>
                <a:schemeClr val="accent2"/>
              </a:solidFill>
            </a:endParaRPr>
          </a:p>
        </p:txBody>
      </p:sp>
      <p:pic>
        <p:nvPicPr>
          <p:cNvPr id="374" name="Google Shape;374;p39"/>
          <p:cNvPicPr preferRelativeResize="0"/>
          <p:nvPr/>
        </p:nvPicPr>
        <p:blipFill>
          <a:blip r:embed="rId3">
            <a:alphaModFix/>
          </a:blip>
          <a:stretch>
            <a:fillRect/>
          </a:stretch>
        </p:blipFill>
        <p:spPr>
          <a:xfrm>
            <a:off x="218325" y="1509700"/>
            <a:ext cx="8684200" cy="2884200"/>
          </a:xfrm>
          <a:prstGeom prst="rect">
            <a:avLst/>
          </a:prstGeom>
          <a:noFill/>
          <a:ln>
            <a:noFill/>
          </a:ln>
        </p:spPr>
      </p:pic>
      <p:graphicFrame>
        <p:nvGraphicFramePr>
          <p:cNvPr id="375" name="Google Shape;375;p39"/>
          <p:cNvGraphicFramePr/>
          <p:nvPr/>
        </p:nvGraphicFramePr>
        <p:xfrm>
          <a:off x="315400" y="1686275"/>
          <a:ext cx="3000000" cy="3000000"/>
        </p:xfrm>
        <a:graphic>
          <a:graphicData uri="http://schemas.openxmlformats.org/drawingml/2006/table">
            <a:tbl>
              <a:tblPr>
                <a:noFill/>
                <a:tableStyleId>{508EEE89-7930-4D39-A249-BA43D4B6EDAE}</a:tableStyleId>
              </a:tblPr>
              <a:tblGrid>
                <a:gridCol w="1518250"/>
                <a:gridCol w="2277350"/>
                <a:gridCol w="4678300"/>
              </a:tblGrid>
              <a:tr h="262550">
                <a:tc>
                  <a:txBody>
                    <a:bodyPr/>
                    <a:lstStyle/>
                    <a:p>
                      <a:pPr indent="0" lvl="0" marL="0" rtl="0" algn="l">
                        <a:lnSpc>
                          <a:spcPct val="115000"/>
                        </a:lnSpc>
                        <a:spcBef>
                          <a:spcPts val="0"/>
                        </a:spcBef>
                        <a:spcAft>
                          <a:spcPts val="0"/>
                        </a:spcAft>
                        <a:buNone/>
                      </a:pPr>
                      <a:r>
                        <a:rPr b="1" lang="en" sz="1200"/>
                        <a:t>Etiqueta / Instrucción</a:t>
                      </a:r>
                      <a:endParaRPr b="1" sz="12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200"/>
                        <a:t>Operación Interna</a:t>
                      </a:r>
                      <a:endParaRPr b="1" sz="12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200"/>
                        <a:t>Explicación del Algoritmo</a:t>
                      </a:r>
                      <a:endParaRPr b="1" sz="12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66575">
                <a:tc>
                  <a:txBody>
                    <a:bodyPr/>
                    <a:lstStyle/>
                    <a:p>
                      <a:pPr indent="0" lvl="0" marL="0" rtl="0" algn="l">
                        <a:lnSpc>
                          <a:spcPct val="115000"/>
                        </a:lnSpc>
                        <a:spcBef>
                          <a:spcPts val="0"/>
                        </a:spcBef>
                        <a:spcAft>
                          <a:spcPts val="0"/>
                        </a:spcAft>
                        <a:buNone/>
                      </a:pPr>
                      <a:r>
                        <a:rPr lang="en" sz="1000"/>
                        <a:t>INICIO_BUSQUEDA:</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 Preparación --</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22150">
                <a:tc>
                  <a:txBody>
                    <a:bodyPr/>
                    <a:lstStyle/>
                    <a:p>
                      <a:pPr indent="0" lvl="0" marL="0" rtl="0" algn="l">
                        <a:lnSpc>
                          <a:spcPct val="115000"/>
                        </a:lnSpc>
                        <a:spcBef>
                          <a:spcPts val="0"/>
                        </a:spcBef>
                        <a:spcAft>
                          <a:spcPts val="0"/>
                        </a:spcAft>
                        <a:buNone/>
                      </a:pPr>
                      <a:r>
                        <a:rPr lang="en" sz="1000"/>
                        <a:t>addi $v0, $zero, -1</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$v0 = -1</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Guarda -1 en $v0. Si el número no se encuentra, este valor será el resultado final.</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22150">
                <a:tc>
                  <a:txBody>
                    <a:bodyPr/>
                    <a:lstStyle/>
                    <a:p>
                      <a:pPr indent="0" lvl="0" marL="0" rtl="0" algn="l">
                        <a:lnSpc>
                          <a:spcPct val="115000"/>
                        </a:lnSpc>
                        <a:spcBef>
                          <a:spcPts val="0"/>
                        </a:spcBef>
                        <a:spcAft>
                          <a:spcPts val="0"/>
                        </a:spcAft>
                        <a:buNone/>
                      </a:pPr>
                      <a:r>
                        <a:rPr lang="en" sz="1000"/>
                        <a:t>addi $t0, $zero, 0</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$t0 = 0</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Límite Izquierdo de búsqueda = 0.</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22150">
                <a:tc>
                  <a:txBody>
                    <a:bodyPr/>
                    <a:lstStyle/>
                    <a:p>
                      <a:pPr indent="0" lvl="0" marL="0" rtl="0" algn="l">
                        <a:lnSpc>
                          <a:spcPct val="115000"/>
                        </a:lnSpc>
                        <a:spcBef>
                          <a:spcPts val="0"/>
                        </a:spcBef>
                        <a:spcAft>
                          <a:spcPts val="0"/>
                        </a:spcAft>
                        <a:buNone/>
                      </a:pPr>
                      <a:r>
                        <a:rPr lang="en" sz="1000"/>
                        <a:t>addi $t1, $s1, -1</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$t1 = 10 - 1 = 9</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Límite Derecho de búsqueda = 9.</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66575">
                <a:tc>
                  <a:txBody>
                    <a:bodyPr/>
                    <a:lstStyle/>
                    <a:p>
                      <a:pPr indent="0" lvl="0" marL="0" rtl="0" algn="l">
                        <a:lnSpc>
                          <a:spcPct val="115000"/>
                        </a:lnSpc>
                        <a:spcBef>
                          <a:spcPts val="0"/>
                        </a:spcBef>
                        <a:spcAft>
                          <a:spcPts val="0"/>
                        </a:spcAft>
                        <a:buNone/>
                      </a:pPr>
                      <a:r>
                        <a:rPr lang="en" sz="1000"/>
                        <a:t>BUSQUEDA:</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 Bucle Principal (while izq &lt;= der) --</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22150">
                <a:tc>
                  <a:txBody>
                    <a:bodyPr/>
                    <a:lstStyle/>
                    <a:p>
                      <a:pPr indent="0" lvl="0" marL="0" rtl="0" algn="l">
                        <a:lnSpc>
                          <a:spcPct val="115000"/>
                        </a:lnSpc>
                        <a:spcBef>
                          <a:spcPts val="0"/>
                        </a:spcBef>
                        <a:spcAft>
                          <a:spcPts val="0"/>
                        </a:spcAft>
                        <a:buNone/>
                      </a:pPr>
                      <a:r>
                        <a:rPr lang="en" sz="1000"/>
                        <a:t>slt $t2, $t1, $t0</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Si $t1 &lt; $t0, $t2 = 1, sino 0.</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¿Se cruzaron los límites? (Derecha menor que Izquierda).</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22150">
                <a:tc>
                  <a:txBody>
                    <a:bodyPr/>
                    <a:lstStyle/>
                    <a:p>
                      <a:pPr indent="0" lvl="0" marL="0" rtl="0" algn="l">
                        <a:lnSpc>
                          <a:spcPct val="115000"/>
                        </a:lnSpc>
                        <a:spcBef>
                          <a:spcPts val="0"/>
                        </a:spcBef>
                        <a:spcAft>
                          <a:spcPts val="0"/>
                        </a:spcAft>
                        <a:buNone/>
                      </a:pPr>
                      <a:r>
                        <a:rPr lang="en" sz="1000"/>
                        <a:t>bne $t2, $zero, FIN</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Si $t2 != 0, salta a FIN.</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Si se cruzaron, significa que revisamos todo y no está el número. Ahí acaba</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66575">
                <a:tc>
                  <a:txBody>
                    <a:bodyPr/>
                    <a:lstStyle/>
                    <a:p>
                      <a:pPr indent="0" lvl="0" marL="0" rtl="0" algn="l">
                        <a:lnSpc>
                          <a:spcPct val="115000"/>
                        </a:lnSpc>
                        <a:spcBef>
                          <a:spcPts val="0"/>
                        </a:spcBef>
                        <a:spcAft>
                          <a:spcPts val="0"/>
                        </a:spcAft>
                        <a:buNone/>
                      </a:pPr>
                      <a:r>
                        <a:rPr b="1" lang="en" sz="1000"/>
                        <a:t>(Cálculo del Medio)</a:t>
                      </a:r>
                      <a:endParaRPr b="1"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22150">
                <a:tc>
                  <a:txBody>
                    <a:bodyPr/>
                    <a:lstStyle/>
                    <a:p>
                      <a:pPr indent="0" lvl="0" marL="0" rtl="0" algn="l">
                        <a:lnSpc>
                          <a:spcPct val="115000"/>
                        </a:lnSpc>
                        <a:spcBef>
                          <a:spcPts val="0"/>
                        </a:spcBef>
                        <a:spcAft>
                          <a:spcPts val="0"/>
                        </a:spcAft>
                        <a:buNone/>
                      </a:pPr>
                      <a:r>
                        <a:rPr lang="en" sz="1000"/>
                        <a:t>add $t3, $t0, $t1</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$t3 = izq + der</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Suma los dos límites.</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0"/>
          <p:cNvSpPr txBox="1"/>
          <p:nvPr>
            <p:ph type="title"/>
          </p:nvPr>
        </p:nvSpPr>
        <p:spPr>
          <a:xfrm>
            <a:off x="720000" y="458589"/>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Fase de </a:t>
            </a:r>
            <a:r>
              <a:rPr lang="en">
                <a:solidFill>
                  <a:schemeClr val="accent2"/>
                </a:solidFill>
              </a:rPr>
              <a:t>Búsqueda</a:t>
            </a:r>
            <a:r>
              <a:rPr lang="en"/>
              <a:t> Binaria</a:t>
            </a:r>
            <a:endParaRPr>
              <a:solidFill>
                <a:schemeClr val="accent2"/>
              </a:solidFill>
            </a:endParaRPr>
          </a:p>
        </p:txBody>
      </p:sp>
      <p:pic>
        <p:nvPicPr>
          <p:cNvPr id="381" name="Google Shape;381;p40"/>
          <p:cNvPicPr preferRelativeResize="0"/>
          <p:nvPr/>
        </p:nvPicPr>
        <p:blipFill>
          <a:blip r:embed="rId3">
            <a:alphaModFix/>
          </a:blip>
          <a:stretch>
            <a:fillRect/>
          </a:stretch>
        </p:blipFill>
        <p:spPr>
          <a:xfrm>
            <a:off x="218325" y="1509700"/>
            <a:ext cx="8684200" cy="3038150"/>
          </a:xfrm>
          <a:prstGeom prst="rect">
            <a:avLst/>
          </a:prstGeom>
          <a:noFill/>
          <a:ln>
            <a:noFill/>
          </a:ln>
        </p:spPr>
      </p:pic>
      <p:graphicFrame>
        <p:nvGraphicFramePr>
          <p:cNvPr id="382" name="Google Shape;382;p40"/>
          <p:cNvGraphicFramePr/>
          <p:nvPr/>
        </p:nvGraphicFramePr>
        <p:xfrm>
          <a:off x="279175" y="1595950"/>
          <a:ext cx="3000000" cy="3000000"/>
        </p:xfrm>
        <a:graphic>
          <a:graphicData uri="http://schemas.openxmlformats.org/drawingml/2006/table">
            <a:tbl>
              <a:tblPr>
                <a:noFill/>
                <a:tableStyleId>{508EEE89-7930-4D39-A249-BA43D4B6EDAE}</a:tableStyleId>
              </a:tblPr>
              <a:tblGrid>
                <a:gridCol w="1510125"/>
                <a:gridCol w="2265200"/>
                <a:gridCol w="4653300"/>
              </a:tblGrid>
              <a:tr h="356975">
                <a:tc>
                  <a:txBody>
                    <a:bodyPr/>
                    <a:lstStyle/>
                    <a:p>
                      <a:pPr indent="0" lvl="0" marL="0" rtl="0" algn="l">
                        <a:lnSpc>
                          <a:spcPct val="115000"/>
                        </a:lnSpc>
                        <a:spcBef>
                          <a:spcPts val="0"/>
                        </a:spcBef>
                        <a:spcAft>
                          <a:spcPts val="0"/>
                        </a:spcAft>
                        <a:buNone/>
                      </a:pPr>
                      <a:r>
                        <a:rPr lang="en" sz="1000"/>
                        <a:t>srl $t4, $t3, 1</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$t4 = $t3 &gt;&gt; 1</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Shift Right Logical. Desplazar 1 bit a la derecha equivale a dividir entre 2. Se calcula el indice medio</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35600">
                <a:tc>
                  <a:txBody>
                    <a:bodyPr/>
                    <a:lstStyle/>
                    <a:p>
                      <a:pPr indent="0" lvl="0" marL="0" rtl="0" algn="l">
                        <a:lnSpc>
                          <a:spcPct val="115000"/>
                        </a:lnSpc>
                        <a:spcBef>
                          <a:spcPts val="0"/>
                        </a:spcBef>
                        <a:spcAft>
                          <a:spcPts val="0"/>
                        </a:spcAft>
                        <a:buNone/>
                      </a:pPr>
                      <a:r>
                        <a:rPr lang="en" sz="1000"/>
                        <a:t>(Cálculo de Memoria)</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356975">
                <a:tc>
                  <a:txBody>
                    <a:bodyPr/>
                    <a:lstStyle/>
                    <a:p>
                      <a:pPr indent="0" lvl="0" marL="0" rtl="0" algn="l">
                        <a:lnSpc>
                          <a:spcPct val="115000"/>
                        </a:lnSpc>
                        <a:spcBef>
                          <a:spcPts val="0"/>
                        </a:spcBef>
                        <a:spcAft>
                          <a:spcPts val="0"/>
                        </a:spcAft>
                        <a:buNone/>
                      </a:pPr>
                      <a:r>
                        <a:rPr lang="en" sz="1000"/>
                        <a:t>add $t5, $t4, $t4add $t5, $t5, $t5</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$t5 = medio * 4</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Igual que en Bubble Sort, multiplicamos por 4 para alinear los bytes.</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196325">
                <a:tc>
                  <a:txBody>
                    <a:bodyPr/>
                    <a:lstStyle/>
                    <a:p>
                      <a:pPr indent="0" lvl="0" marL="0" rtl="0" algn="l">
                        <a:lnSpc>
                          <a:spcPct val="115000"/>
                        </a:lnSpc>
                        <a:spcBef>
                          <a:spcPts val="0"/>
                        </a:spcBef>
                        <a:spcAft>
                          <a:spcPts val="0"/>
                        </a:spcAft>
                        <a:buNone/>
                      </a:pPr>
                      <a:r>
                        <a:rPr lang="en" sz="1000"/>
                        <a:t>add $t6, $s0, $t5</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$t6 = base + offset</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Dirección física de A[medio].</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196325">
                <a:tc>
                  <a:txBody>
                    <a:bodyPr/>
                    <a:lstStyle/>
                    <a:p>
                      <a:pPr indent="0" lvl="0" marL="0" rtl="0" algn="l">
                        <a:lnSpc>
                          <a:spcPct val="115000"/>
                        </a:lnSpc>
                        <a:spcBef>
                          <a:spcPts val="0"/>
                        </a:spcBef>
                        <a:spcAft>
                          <a:spcPts val="0"/>
                        </a:spcAft>
                        <a:buNone/>
                      </a:pPr>
                      <a:r>
                        <a:rPr lang="en" sz="1000"/>
                        <a:t>lw $s3, 0($t6)</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$s3 = Memoria[$t6]</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Extrae el valor de la RAM en la posición media.</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35600">
                <a:tc>
                  <a:txBody>
                    <a:bodyPr/>
                    <a:lstStyle/>
                    <a:p>
                      <a:pPr indent="0" lvl="0" marL="0" rtl="0" algn="l">
                        <a:lnSpc>
                          <a:spcPct val="115000"/>
                        </a:lnSpc>
                        <a:spcBef>
                          <a:spcPts val="0"/>
                        </a:spcBef>
                        <a:spcAft>
                          <a:spcPts val="0"/>
                        </a:spcAft>
                        <a:buNone/>
                      </a:pPr>
                      <a:r>
                        <a:rPr lang="en" sz="1000"/>
                        <a:t>(Comprobación)</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196325">
                <a:tc>
                  <a:txBody>
                    <a:bodyPr/>
                    <a:lstStyle/>
                    <a:p>
                      <a:pPr indent="0" lvl="0" marL="0" rtl="0" algn="l">
                        <a:lnSpc>
                          <a:spcPct val="115000"/>
                        </a:lnSpc>
                        <a:spcBef>
                          <a:spcPts val="0"/>
                        </a:spcBef>
                        <a:spcAft>
                          <a:spcPts val="0"/>
                        </a:spcAft>
                        <a:buNone/>
                      </a:pPr>
                      <a:r>
                        <a:rPr lang="en" sz="1000"/>
                        <a:t>beq $s3, $s2, EXITO</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Si A[medio] == Valor($s2), salta.</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Si lo encuentra, va </a:t>
                      </a:r>
                      <a:r>
                        <a:rPr lang="en" sz="1000"/>
                        <a:t>a la etiqueta EXITO.</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196325">
                <a:tc>
                  <a:txBody>
                    <a:bodyPr/>
                    <a:lstStyle/>
                    <a:p>
                      <a:pPr indent="0" lvl="0" marL="0" rtl="0" algn="l">
                        <a:lnSpc>
                          <a:spcPct val="115000"/>
                        </a:lnSpc>
                        <a:spcBef>
                          <a:spcPts val="0"/>
                        </a:spcBef>
                        <a:spcAft>
                          <a:spcPts val="0"/>
                        </a:spcAft>
                        <a:buNone/>
                      </a:pPr>
                      <a:r>
                        <a:rPr lang="en" sz="1000"/>
                        <a:t>slt $t7, $s3, $s2</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Si A[medio] &lt; Valor, $t7 = 1.</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Si no es igual, revisa: ¿El número en el medio es menor que el buscado?</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355775">
                <a:tc>
                  <a:txBody>
                    <a:bodyPr/>
                    <a:lstStyle/>
                    <a:p>
                      <a:pPr indent="0" lvl="0" marL="0" rtl="0" algn="l">
                        <a:lnSpc>
                          <a:spcPct val="115000"/>
                        </a:lnSpc>
                        <a:spcBef>
                          <a:spcPts val="0"/>
                        </a:spcBef>
                        <a:spcAft>
                          <a:spcPts val="0"/>
                        </a:spcAft>
                        <a:buNone/>
                      </a:pPr>
                      <a:r>
                        <a:rPr lang="en" sz="1000"/>
                        <a:t>beq $t7, $zero, IZQUIERDA</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Si $t7 == 0, salta a IZQUIERDA.</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Si el número en el medio es mayor o igual, la respuesta está en la mitad izquierda.</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356975">
                <a:tc>
                  <a:txBody>
                    <a:bodyPr/>
                    <a:lstStyle/>
                    <a:p>
                      <a:pPr indent="0" lvl="0" marL="0" rtl="0" algn="l">
                        <a:lnSpc>
                          <a:spcPct val="115000"/>
                        </a:lnSpc>
                        <a:spcBef>
                          <a:spcPts val="0"/>
                        </a:spcBef>
                        <a:spcAft>
                          <a:spcPts val="0"/>
                        </a:spcAft>
                        <a:buNone/>
                      </a:pPr>
                      <a:r>
                        <a:rPr lang="en" sz="1000"/>
                        <a:t>(Mover Límite DERECHA)</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(Si la CPU llega aquí es porque A[medio] &lt; Valor)</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41"/>
          <p:cNvSpPr txBox="1"/>
          <p:nvPr>
            <p:ph type="title"/>
          </p:nvPr>
        </p:nvSpPr>
        <p:spPr>
          <a:xfrm>
            <a:off x="720000" y="458589"/>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Fase de </a:t>
            </a:r>
            <a:r>
              <a:rPr lang="en">
                <a:solidFill>
                  <a:schemeClr val="accent2"/>
                </a:solidFill>
              </a:rPr>
              <a:t>Búsqueda</a:t>
            </a:r>
            <a:r>
              <a:rPr lang="en"/>
              <a:t> Binaria</a:t>
            </a:r>
            <a:endParaRPr>
              <a:solidFill>
                <a:schemeClr val="accent2"/>
              </a:solidFill>
            </a:endParaRPr>
          </a:p>
        </p:txBody>
      </p:sp>
      <p:pic>
        <p:nvPicPr>
          <p:cNvPr id="388" name="Google Shape;388;p41"/>
          <p:cNvPicPr preferRelativeResize="0"/>
          <p:nvPr/>
        </p:nvPicPr>
        <p:blipFill>
          <a:blip r:embed="rId3">
            <a:alphaModFix/>
          </a:blip>
          <a:stretch>
            <a:fillRect/>
          </a:stretch>
        </p:blipFill>
        <p:spPr>
          <a:xfrm>
            <a:off x="218325" y="1509700"/>
            <a:ext cx="8684200" cy="2884200"/>
          </a:xfrm>
          <a:prstGeom prst="rect">
            <a:avLst/>
          </a:prstGeom>
          <a:noFill/>
          <a:ln>
            <a:noFill/>
          </a:ln>
        </p:spPr>
      </p:pic>
      <p:graphicFrame>
        <p:nvGraphicFramePr>
          <p:cNvPr id="389" name="Google Shape;389;p41"/>
          <p:cNvGraphicFramePr/>
          <p:nvPr/>
        </p:nvGraphicFramePr>
        <p:xfrm>
          <a:off x="378775" y="1642975"/>
          <a:ext cx="3000000" cy="3000000"/>
        </p:xfrm>
        <a:graphic>
          <a:graphicData uri="http://schemas.openxmlformats.org/drawingml/2006/table">
            <a:tbl>
              <a:tblPr>
                <a:noFill/>
                <a:tableStyleId>{508EEE89-7930-4D39-A249-BA43D4B6EDAE}</a:tableStyleId>
              </a:tblPr>
              <a:tblGrid>
                <a:gridCol w="1498775"/>
                <a:gridCol w="2248150"/>
                <a:gridCol w="4618300"/>
              </a:tblGrid>
              <a:tr h="219100">
                <a:tc>
                  <a:txBody>
                    <a:bodyPr/>
                    <a:lstStyle/>
                    <a:p>
                      <a:pPr indent="0" lvl="0" marL="0" rtl="0" algn="l">
                        <a:lnSpc>
                          <a:spcPct val="115000"/>
                        </a:lnSpc>
                        <a:spcBef>
                          <a:spcPts val="0"/>
                        </a:spcBef>
                        <a:spcAft>
                          <a:spcPts val="0"/>
                        </a:spcAft>
                        <a:buNone/>
                      </a:pPr>
                      <a:r>
                        <a:rPr lang="en" sz="1000"/>
                        <a:t>addi $t0, $t4, 1</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$t0 = medio + 1</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Mueve el límite Izquierdo. Ignoramos la mitad inferior.</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19100">
                <a:tc>
                  <a:txBody>
                    <a:bodyPr/>
                    <a:lstStyle/>
                    <a:p>
                      <a:pPr indent="0" lvl="0" marL="0" rtl="0" algn="l">
                        <a:lnSpc>
                          <a:spcPct val="115000"/>
                        </a:lnSpc>
                        <a:spcBef>
                          <a:spcPts val="0"/>
                        </a:spcBef>
                        <a:spcAft>
                          <a:spcPts val="0"/>
                        </a:spcAft>
                        <a:buNone/>
                      </a:pPr>
                      <a:r>
                        <a:rPr lang="en" sz="1000"/>
                        <a:t>j BUSQUEDA</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Salta incondicionalmente.</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Repite la búsqueda con los nuevos límites.</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62925">
                <a:tc>
                  <a:txBody>
                    <a:bodyPr/>
                    <a:lstStyle/>
                    <a:p>
                      <a:pPr indent="0" lvl="0" marL="0" rtl="0" algn="l">
                        <a:lnSpc>
                          <a:spcPct val="115000"/>
                        </a:lnSpc>
                        <a:spcBef>
                          <a:spcPts val="0"/>
                        </a:spcBef>
                        <a:spcAft>
                          <a:spcPts val="0"/>
                        </a:spcAft>
                        <a:buNone/>
                      </a:pPr>
                      <a:r>
                        <a:rPr lang="en" sz="1000"/>
                        <a:t>IZQUIERDA:</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19100">
                <a:tc>
                  <a:txBody>
                    <a:bodyPr/>
                    <a:lstStyle/>
                    <a:p>
                      <a:pPr indent="0" lvl="0" marL="0" rtl="0" algn="l">
                        <a:lnSpc>
                          <a:spcPct val="115000"/>
                        </a:lnSpc>
                        <a:spcBef>
                          <a:spcPts val="0"/>
                        </a:spcBef>
                        <a:spcAft>
                          <a:spcPts val="0"/>
                        </a:spcAft>
                        <a:buNone/>
                      </a:pPr>
                      <a:r>
                        <a:rPr lang="en" sz="1000"/>
                        <a:t>addi $t1, $t4, -1</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$t1 = medio - 1</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Mueve el límite Derecho. Ignoramos la mitad superior.</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19100">
                <a:tc>
                  <a:txBody>
                    <a:bodyPr/>
                    <a:lstStyle/>
                    <a:p>
                      <a:pPr indent="0" lvl="0" marL="0" rtl="0" algn="l">
                        <a:lnSpc>
                          <a:spcPct val="115000"/>
                        </a:lnSpc>
                        <a:spcBef>
                          <a:spcPts val="0"/>
                        </a:spcBef>
                        <a:spcAft>
                          <a:spcPts val="0"/>
                        </a:spcAft>
                        <a:buNone/>
                      </a:pPr>
                      <a:r>
                        <a:rPr lang="en" sz="1000"/>
                        <a:t>j BUSQUEDA</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Salta incondicionalmente.</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Repite la búsqueda con los nuevos límites.</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62925">
                <a:tc>
                  <a:txBody>
                    <a:bodyPr/>
                    <a:lstStyle/>
                    <a:p>
                      <a:pPr indent="0" lvl="0" marL="0" rtl="0" algn="l">
                        <a:lnSpc>
                          <a:spcPct val="115000"/>
                        </a:lnSpc>
                        <a:spcBef>
                          <a:spcPts val="0"/>
                        </a:spcBef>
                        <a:spcAft>
                          <a:spcPts val="0"/>
                        </a:spcAft>
                        <a:buNone/>
                      </a:pPr>
                      <a:r>
                        <a:rPr lang="en" sz="1000"/>
                        <a:t>EXITO:</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19100">
                <a:tc>
                  <a:txBody>
                    <a:bodyPr/>
                    <a:lstStyle/>
                    <a:p>
                      <a:pPr indent="0" lvl="0" marL="0" rtl="0" algn="l">
                        <a:lnSpc>
                          <a:spcPct val="115000"/>
                        </a:lnSpc>
                        <a:spcBef>
                          <a:spcPts val="0"/>
                        </a:spcBef>
                        <a:spcAft>
                          <a:spcPts val="0"/>
                        </a:spcAft>
                        <a:buNone/>
                      </a:pPr>
                      <a:r>
                        <a:rPr lang="en" sz="1000"/>
                        <a:t>add $v0, $zero, $t4</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$v0 = 0 + medio</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Guarda el índice donde se encontró el número en $v0. Sobrescribe el -1 inicial.</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62925">
                <a:tc>
                  <a:txBody>
                    <a:bodyPr/>
                    <a:lstStyle/>
                    <a:p>
                      <a:pPr indent="0" lvl="0" marL="0" rtl="0" algn="l">
                        <a:lnSpc>
                          <a:spcPct val="115000"/>
                        </a:lnSpc>
                        <a:spcBef>
                          <a:spcPts val="0"/>
                        </a:spcBef>
                        <a:spcAft>
                          <a:spcPts val="0"/>
                        </a:spcAft>
                        <a:buNone/>
                      </a:pPr>
                      <a:r>
                        <a:rPr lang="en" sz="1000"/>
                        <a:t>FIN:</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398375">
                <a:tc>
                  <a:txBody>
                    <a:bodyPr/>
                    <a:lstStyle/>
                    <a:p>
                      <a:pPr indent="0" lvl="0" marL="0" rtl="0" algn="l">
                        <a:lnSpc>
                          <a:spcPct val="115000"/>
                        </a:lnSpc>
                        <a:spcBef>
                          <a:spcPts val="0"/>
                        </a:spcBef>
                        <a:spcAft>
                          <a:spcPts val="0"/>
                        </a:spcAft>
                        <a:buNone/>
                      </a:pPr>
                      <a:r>
                        <a:rPr lang="en" sz="1000"/>
                        <a:t>j FIN</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PC = PC de FIN</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Trampa final (bucle infinito). Evita que el procesador intente seguir ejecutando memoria vacía.</a:t>
                      </a:r>
                      <a:endParaRPr sz="10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42"/>
          <p:cNvSpPr txBox="1"/>
          <p:nvPr>
            <p:ph type="title"/>
          </p:nvPr>
        </p:nvSpPr>
        <p:spPr>
          <a:xfrm>
            <a:off x="720000" y="458589"/>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Resultados de la </a:t>
            </a:r>
            <a:r>
              <a:rPr lang="en">
                <a:solidFill>
                  <a:srgbClr val="25FFA6"/>
                </a:solidFill>
              </a:rPr>
              <a:t>simulación</a:t>
            </a:r>
            <a:endParaRPr>
              <a:solidFill>
                <a:srgbClr val="25FFA6"/>
              </a:solidFill>
            </a:endParaRPr>
          </a:p>
        </p:txBody>
      </p:sp>
      <p:sp>
        <p:nvSpPr>
          <p:cNvPr id="395" name="Google Shape;395;p42"/>
          <p:cNvSpPr txBox="1"/>
          <p:nvPr>
            <p:ph idx="2" type="subTitle"/>
          </p:nvPr>
        </p:nvSpPr>
        <p:spPr>
          <a:xfrm>
            <a:off x="228575" y="1809400"/>
            <a:ext cx="5173800" cy="1186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t>Nuestro diseño es capaz de leer las instrucciones descritas en el ensamblador y convertidas a binario con el conversor de python. Luego con el módulo del test bench para el DPTR se le dio valor a los registros utilizados en las instrucciones tipo R del ensamblador para la fase 1.</a:t>
            </a:r>
            <a:endParaRPr sz="1200"/>
          </a:p>
          <a:p>
            <a:pPr indent="0" lvl="0" marL="0" rtl="0" algn="ctr">
              <a:spcBef>
                <a:spcPts val="0"/>
              </a:spcBef>
              <a:spcAft>
                <a:spcPts val="0"/>
              </a:spcAft>
              <a:buNone/>
            </a:pPr>
            <a:r>
              <a:t/>
            </a:r>
            <a:endParaRPr sz="1200"/>
          </a:p>
        </p:txBody>
      </p:sp>
      <p:pic>
        <p:nvPicPr>
          <p:cNvPr id="396" name="Google Shape;396;p42"/>
          <p:cNvPicPr preferRelativeResize="0"/>
          <p:nvPr/>
        </p:nvPicPr>
        <p:blipFill rotWithShape="1">
          <a:blip r:embed="rId3">
            <a:alphaModFix/>
          </a:blip>
          <a:srcRect b="0" l="0" r="0" t="0"/>
          <a:stretch/>
        </p:blipFill>
        <p:spPr>
          <a:xfrm>
            <a:off x="6049825" y="1428800"/>
            <a:ext cx="2570950" cy="1629825"/>
          </a:xfrm>
          <a:prstGeom prst="rect">
            <a:avLst/>
          </a:prstGeom>
          <a:noFill/>
          <a:ln>
            <a:noFill/>
          </a:ln>
        </p:spPr>
      </p:pic>
      <p:pic>
        <p:nvPicPr>
          <p:cNvPr id="397" name="Google Shape;397;p42"/>
          <p:cNvPicPr preferRelativeResize="0"/>
          <p:nvPr/>
        </p:nvPicPr>
        <p:blipFill>
          <a:blip r:embed="rId4">
            <a:alphaModFix/>
          </a:blip>
          <a:stretch>
            <a:fillRect/>
          </a:stretch>
        </p:blipFill>
        <p:spPr>
          <a:xfrm>
            <a:off x="6749372" y="3159400"/>
            <a:ext cx="1871403" cy="1581475"/>
          </a:xfrm>
          <a:prstGeom prst="rect">
            <a:avLst/>
          </a:prstGeom>
          <a:noFill/>
          <a:ln>
            <a:noFill/>
          </a:ln>
        </p:spPr>
      </p:pic>
      <p:sp>
        <p:nvSpPr>
          <p:cNvPr id="398" name="Google Shape;398;p42"/>
          <p:cNvSpPr txBox="1"/>
          <p:nvPr>
            <p:ph idx="2" type="subTitle"/>
          </p:nvPr>
        </p:nvSpPr>
        <p:spPr>
          <a:xfrm>
            <a:off x="406625" y="3774000"/>
            <a:ext cx="4184100" cy="89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t>Aquí puede observarse el memory list con los valores de cada registro después de correr la simulación, los valores corresponden a los resultados de cada operación.</a:t>
            </a:r>
            <a:endParaRPr sz="1200"/>
          </a:p>
          <a:p>
            <a:pPr indent="0" lvl="0" marL="0" rtl="0" algn="ctr">
              <a:spcBef>
                <a:spcPts val="0"/>
              </a:spcBef>
              <a:spcAft>
                <a:spcPts val="0"/>
              </a:spcAft>
              <a:buNone/>
            </a:pPr>
            <a:r>
              <a:t/>
            </a:r>
            <a:endParaRPr sz="1200"/>
          </a:p>
        </p:txBody>
      </p:sp>
      <p:sp>
        <p:nvSpPr>
          <p:cNvPr id="399" name="Google Shape;399;p42"/>
          <p:cNvSpPr/>
          <p:nvPr/>
        </p:nvSpPr>
        <p:spPr>
          <a:xfrm>
            <a:off x="338075" y="1591388"/>
            <a:ext cx="5064300" cy="1467300"/>
          </a:xfrm>
          <a:prstGeom prst="roundRect">
            <a:avLst>
              <a:gd fmla="val 9023" name="adj"/>
            </a:avLst>
          </a:prstGeom>
          <a:noFill/>
          <a:ln cap="flat" cmpd="sng" w="7800">
            <a:solidFill>
              <a:schemeClr val="dk2"/>
            </a:solidFill>
            <a:prstDash val="solid"/>
            <a:round/>
            <a:headEnd len="sm" w="sm" type="none"/>
            <a:tailEnd len="sm" w="sm" type="none"/>
          </a:ln>
        </p:spPr>
        <p:txBody>
          <a:bodyPr anchorCtr="0" anchor="ctr" bIns="75000" lIns="75000" spcFirstLastPara="1" rIns="75000" wrap="square" tIns="75000">
            <a:noAutofit/>
          </a:bodyPr>
          <a:lstStyle/>
          <a:p>
            <a:pPr indent="0" lvl="0" marL="0" rtl="0" algn="ctr">
              <a:lnSpc>
                <a:spcPct val="115000"/>
              </a:lnSpc>
              <a:spcBef>
                <a:spcPts val="0"/>
              </a:spcBef>
              <a:spcAft>
                <a:spcPts val="0"/>
              </a:spcAft>
              <a:buNone/>
            </a:pPr>
            <a:r>
              <a:t/>
            </a:r>
            <a:endParaRPr sz="1148">
              <a:solidFill>
                <a:schemeClr val="dk1"/>
              </a:solidFill>
              <a:latin typeface="Funnel Sans"/>
              <a:ea typeface="Funnel Sans"/>
              <a:cs typeface="Funnel Sans"/>
              <a:sym typeface="Funnel Sans"/>
            </a:endParaRPr>
          </a:p>
        </p:txBody>
      </p:sp>
      <p:sp>
        <p:nvSpPr>
          <p:cNvPr id="400" name="Google Shape;400;p42"/>
          <p:cNvSpPr/>
          <p:nvPr/>
        </p:nvSpPr>
        <p:spPr>
          <a:xfrm>
            <a:off x="283325" y="3426450"/>
            <a:ext cx="5064300" cy="1186500"/>
          </a:xfrm>
          <a:prstGeom prst="roundRect">
            <a:avLst>
              <a:gd fmla="val 9023" name="adj"/>
            </a:avLst>
          </a:prstGeom>
          <a:noFill/>
          <a:ln cap="flat" cmpd="sng" w="7800">
            <a:solidFill>
              <a:schemeClr val="dk2"/>
            </a:solidFill>
            <a:prstDash val="solid"/>
            <a:round/>
            <a:headEnd len="sm" w="sm" type="none"/>
            <a:tailEnd len="sm" w="sm" type="none"/>
          </a:ln>
        </p:spPr>
        <p:txBody>
          <a:bodyPr anchorCtr="0" anchor="ctr" bIns="75000" lIns="75000" spcFirstLastPara="1" rIns="75000" wrap="square" tIns="75000">
            <a:noAutofit/>
          </a:bodyPr>
          <a:lstStyle/>
          <a:p>
            <a:pPr indent="0" lvl="0" marL="0" rtl="0" algn="ctr">
              <a:spcBef>
                <a:spcPts val="0"/>
              </a:spcBef>
              <a:spcAft>
                <a:spcPts val="0"/>
              </a:spcAft>
              <a:buNone/>
            </a:pPr>
            <a:r>
              <a:t/>
            </a:r>
            <a:endParaRPr sz="1148">
              <a:solidFill>
                <a:schemeClr val="dk1"/>
              </a:solidFill>
              <a:latin typeface="Funnel Sans"/>
              <a:ea typeface="Funnel Sans"/>
              <a:cs typeface="Funnel Sans"/>
              <a:sym typeface="Funnel Sans"/>
            </a:endParaRPr>
          </a:p>
        </p:txBody>
      </p:sp>
      <p:sp>
        <p:nvSpPr>
          <p:cNvPr id="401" name="Google Shape;401;p42"/>
          <p:cNvSpPr txBox="1"/>
          <p:nvPr/>
        </p:nvSpPr>
        <p:spPr>
          <a:xfrm>
            <a:off x="2068625" y="1591400"/>
            <a:ext cx="1434000" cy="461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1800">
                <a:solidFill>
                  <a:schemeClr val="dk1"/>
                </a:solidFill>
                <a:latin typeface="DM Sans"/>
                <a:ea typeface="DM Sans"/>
                <a:cs typeface="DM Sans"/>
                <a:sym typeface="DM Sans"/>
              </a:rPr>
              <a:t>WAVE</a:t>
            </a:r>
            <a:endParaRPr>
              <a:solidFill>
                <a:schemeClr val="dk1"/>
              </a:solidFill>
              <a:latin typeface="Funnel Sans"/>
              <a:ea typeface="Funnel Sans"/>
              <a:cs typeface="Funnel Sans"/>
              <a:sym typeface="Funnel Sans"/>
            </a:endParaRPr>
          </a:p>
        </p:txBody>
      </p:sp>
      <p:sp>
        <p:nvSpPr>
          <p:cNvPr id="402" name="Google Shape;402;p42"/>
          <p:cNvSpPr txBox="1"/>
          <p:nvPr/>
        </p:nvSpPr>
        <p:spPr>
          <a:xfrm>
            <a:off x="1206750" y="3356875"/>
            <a:ext cx="3000000" cy="461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1800">
                <a:solidFill>
                  <a:schemeClr val="dk1"/>
                </a:solidFill>
                <a:latin typeface="DM Sans"/>
                <a:ea typeface="DM Sans"/>
                <a:cs typeface="DM Sans"/>
                <a:sym typeface="DM Sans"/>
              </a:rPr>
              <a:t>Memory List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43"/>
          <p:cNvSpPr txBox="1"/>
          <p:nvPr>
            <p:ph type="title"/>
          </p:nvPr>
        </p:nvSpPr>
        <p:spPr>
          <a:xfrm>
            <a:off x="720000" y="458589"/>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Resultados de la </a:t>
            </a:r>
            <a:r>
              <a:rPr lang="en">
                <a:solidFill>
                  <a:srgbClr val="25FFA6"/>
                </a:solidFill>
              </a:rPr>
              <a:t>simulación</a:t>
            </a:r>
            <a:endParaRPr>
              <a:solidFill>
                <a:srgbClr val="25FFA6"/>
              </a:solidFill>
            </a:endParaRPr>
          </a:p>
        </p:txBody>
      </p:sp>
      <p:sp>
        <p:nvSpPr>
          <p:cNvPr id="408" name="Google Shape;408;p43"/>
          <p:cNvSpPr txBox="1"/>
          <p:nvPr>
            <p:ph idx="2" type="subTitle"/>
          </p:nvPr>
        </p:nvSpPr>
        <p:spPr>
          <a:xfrm>
            <a:off x="6292025" y="2149163"/>
            <a:ext cx="2631000" cy="1564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t>Para la fase 2, nuestro procesador fue capaz de entender las instrucciones tipo I, luego de hacer modificaciones en nuestro data path, en la simulación se muestra cómo se guardan en la memoria</a:t>
            </a:r>
            <a:endParaRPr sz="1200"/>
          </a:p>
          <a:p>
            <a:pPr indent="0" lvl="0" marL="0" rtl="0" algn="ctr">
              <a:spcBef>
                <a:spcPts val="0"/>
              </a:spcBef>
              <a:spcAft>
                <a:spcPts val="0"/>
              </a:spcAft>
              <a:buNone/>
            </a:pPr>
            <a:r>
              <a:t/>
            </a:r>
            <a:endParaRPr sz="1200"/>
          </a:p>
        </p:txBody>
      </p:sp>
      <p:pic>
        <p:nvPicPr>
          <p:cNvPr id="409" name="Google Shape;409;p43"/>
          <p:cNvPicPr preferRelativeResize="0"/>
          <p:nvPr/>
        </p:nvPicPr>
        <p:blipFill>
          <a:blip r:embed="rId3">
            <a:alphaModFix/>
          </a:blip>
          <a:stretch>
            <a:fillRect/>
          </a:stretch>
        </p:blipFill>
        <p:spPr>
          <a:xfrm>
            <a:off x="320600" y="1677725"/>
            <a:ext cx="5734050" cy="2105025"/>
          </a:xfrm>
          <a:prstGeom prst="rect">
            <a:avLst/>
          </a:prstGeom>
          <a:noFill/>
          <a:ln>
            <a:noFill/>
          </a:ln>
        </p:spPr>
      </p:pic>
      <p:sp>
        <p:nvSpPr>
          <p:cNvPr id="410" name="Google Shape;410;p43"/>
          <p:cNvSpPr txBox="1"/>
          <p:nvPr/>
        </p:nvSpPr>
        <p:spPr>
          <a:xfrm>
            <a:off x="338975" y="4008175"/>
            <a:ext cx="5697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Funnel Sans"/>
                <a:ea typeface="Funnel Sans"/>
                <a:cs typeface="Funnel Sans"/>
                <a:sym typeface="Funnel Sans"/>
              </a:rPr>
              <a:t>Simulación en ModelSim donde se observan datos correctos en binario y decimal.</a:t>
            </a:r>
            <a:endParaRPr>
              <a:solidFill>
                <a:schemeClr val="dk1"/>
              </a:solidFill>
              <a:latin typeface="Funnel Sans"/>
              <a:ea typeface="Funnel Sans"/>
              <a:cs typeface="Funnel Sans"/>
              <a:sym typeface="Funnel Sans"/>
            </a:endParaRPr>
          </a:p>
        </p:txBody>
      </p:sp>
      <p:sp>
        <p:nvSpPr>
          <p:cNvPr id="411" name="Google Shape;411;p43"/>
          <p:cNvSpPr txBox="1"/>
          <p:nvPr/>
        </p:nvSpPr>
        <p:spPr>
          <a:xfrm>
            <a:off x="6144000" y="1687463"/>
            <a:ext cx="3000000" cy="461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1800">
                <a:solidFill>
                  <a:schemeClr val="dk1"/>
                </a:solidFill>
                <a:latin typeface="DM Sans"/>
                <a:ea typeface="DM Sans"/>
                <a:cs typeface="DM Sans"/>
                <a:sym typeface="DM Sans"/>
              </a:rPr>
              <a:t>Wave</a:t>
            </a:r>
            <a:endParaRPr/>
          </a:p>
        </p:txBody>
      </p:sp>
      <p:sp>
        <p:nvSpPr>
          <p:cNvPr id="412" name="Google Shape;412;p43"/>
          <p:cNvSpPr/>
          <p:nvPr/>
        </p:nvSpPr>
        <p:spPr>
          <a:xfrm>
            <a:off x="6247325" y="1668001"/>
            <a:ext cx="2720400" cy="2105100"/>
          </a:xfrm>
          <a:prstGeom prst="roundRect">
            <a:avLst>
              <a:gd fmla="val 9023" name="adj"/>
            </a:avLst>
          </a:prstGeom>
          <a:noFill/>
          <a:ln cap="flat" cmpd="sng" w="7800">
            <a:solidFill>
              <a:schemeClr val="dk2"/>
            </a:solidFill>
            <a:prstDash val="solid"/>
            <a:round/>
            <a:headEnd len="sm" w="sm" type="none"/>
            <a:tailEnd len="sm" w="sm" type="none"/>
          </a:ln>
        </p:spPr>
        <p:txBody>
          <a:bodyPr anchorCtr="0" anchor="ctr" bIns="75000" lIns="75000" spcFirstLastPara="1" rIns="75000" wrap="square" tIns="75000">
            <a:noAutofit/>
          </a:bodyPr>
          <a:lstStyle/>
          <a:p>
            <a:pPr indent="0" lvl="0" marL="0" rtl="0" algn="ctr">
              <a:lnSpc>
                <a:spcPct val="115000"/>
              </a:lnSpc>
              <a:spcBef>
                <a:spcPts val="0"/>
              </a:spcBef>
              <a:spcAft>
                <a:spcPts val="0"/>
              </a:spcAft>
              <a:buNone/>
            </a:pPr>
            <a:r>
              <a:t/>
            </a:r>
            <a:endParaRPr sz="1148">
              <a:solidFill>
                <a:schemeClr val="dk1"/>
              </a:solidFill>
              <a:latin typeface="Funnel Sans"/>
              <a:ea typeface="Funnel Sans"/>
              <a:cs typeface="Funnel Sans"/>
              <a:sym typeface="Funnel Sans"/>
            </a:endParaRPr>
          </a:p>
        </p:txBody>
      </p:sp>
      <p:sp>
        <p:nvSpPr>
          <p:cNvPr id="413" name="Google Shape;413;p43"/>
          <p:cNvSpPr/>
          <p:nvPr/>
        </p:nvSpPr>
        <p:spPr>
          <a:xfrm>
            <a:off x="320600" y="3958725"/>
            <a:ext cx="5734200" cy="665100"/>
          </a:xfrm>
          <a:prstGeom prst="roundRect">
            <a:avLst>
              <a:gd fmla="val 9023" name="adj"/>
            </a:avLst>
          </a:prstGeom>
          <a:noFill/>
          <a:ln cap="flat" cmpd="sng" w="7800">
            <a:solidFill>
              <a:schemeClr val="dk2"/>
            </a:solidFill>
            <a:prstDash val="solid"/>
            <a:round/>
            <a:headEnd len="sm" w="sm" type="none"/>
            <a:tailEnd len="sm" w="sm" type="none"/>
          </a:ln>
        </p:spPr>
        <p:txBody>
          <a:bodyPr anchorCtr="0" anchor="ctr" bIns="75000" lIns="75000" spcFirstLastPara="1" rIns="75000" wrap="square" tIns="75000">
            <a:noAutofit/>
          </a:bodyPr>
          <a:lstStyle/>
          <a:p>
            <a:pPr indent="0" lvl="0" marL="0" rtl="0" algn="ctr">
              <a:lnSpc>
                <a:spcPct val="115000"/>
              </a:lnSpc>
              <a:spcBef>
                <a:spcPts val="0"/>
              </a:spcBef>
              <a:spcAft>
                <a:spcPts val="0"/>
              </a:spcAft>
              <a:buNone/>
            </a:pPr>
            <a:r>
              <a:t/>
            </a:r>
            <a:endParaRPr sz="1148">
              <a:solidFill>
                <a:schemeClr val="dk1"/>
              </a:solidFill>
              <a:latin typeface="Funnel Sans"/>
              <a:ea typeface="Funnel Sans"/>
              <a:cs typeface="Funnel Sans"/>
              <a:sym typeface="Funnel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44"/>
          <p:cNvSpPr txBox="1"/>
          <p:nvPr>
            <p:ph type="title"/>
          </p:nvPr>
        </p:nvSpPr>
        <p:spPr>
          <a:xfrm>
            <a:off x="720000" y="458589"/>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Resultados de la </a:t>
            </a:r>
            <a:r>
              <a:rPr lang="en">
                <a:solidFill>
                  <a:srgbClr val="25FFA6"/>
                </a:solidFill>
              </a:rPr>
              <a:t>simulación</a:t>
            </a:r>
            <a:endParaRPr>
              <a:solidFill>
                <a:srgbClr val="25FFA6"/>
              </a:solidFill>
            </a:endParaRPr>
          </a:p>
        </p:txBody>
      </p:sp>
      <p:sp>
        <p:nvSpPr>
          <p:cNvPr id="419" name="Google Shape;419;p44"/>
          <p:cNvSpPr txBox="1"/>
          <p:nvPr>
            <p:ph idx="2" type="subTitle"/>
          </p:nvPr>
        </p:nvSpPr>
        <p:spPr>
          <a:xfrm>
            <a:off x="3525325" y="2455250"/>
            <a:ext cx="4757700" cy="1068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t>En el siguiente apartado se muestra cómo los buffers agregados desde la fase 2 funcionan correctamente, copiando cada valor para el siguiente bloque en cada ciclo de reloj.</a:t>
            </a:r>
            <a:endParaRPr sz="1200"/>
          </a:p>
          <a:p>
            <a:pPr indent="0" lvl="0" marL="0" rtl="0" algn="ctr">
              <a:spcBef>
                <a:spcPts val="0"/>
              </a:spcBef>
              <a:spcAft>
                <a:spcPts val="0"/>
              </a:spcAft>
              <a:buNone/>
            </a:pPr>
            <a:r>
              <a:t/>
            </a:r>
            <a:endParaRPr sz="1200"/>
          </a:p>
        </p:txBody>
      </p:sp>
      <p:sp>
        <p:nvSpPr>
          <p:cNvPr id="420" name="Google Shape;420;p44"/>
          <p:cNvSpPr txBox="1"/>
          <p:nvPr/>
        </p:nvSpPr>
        <p:spPr>
          <a:xfrm>
            <a:off x="3055500" y="4176300"/>
            <a:ext cx="569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Funnel Sans"/>
                <a:ea typeface="Funnel Sans"/>
                <a:cs typeface="Funnel Sans"/>
                <a:sym typeface="Funnel Sans"/>
              </a:rPr>
              <a:t>El procesador </a:t>
            </a:r>
            <a:r>
              <a:rPr lang="en">
                <a:solidFill>
                  <a:schemeClr val="dk1"/>
                </a:solidFill>
                <a:latin typeface="Funnel Sans"/>
                <a:ea typeface="Funnel Sans"/>
                <a:cs typeface="Funnel Sans"/>
                <a:sym typeface="Funnel Sans"/>
              </a:rPr>
              <a:t>funciona</a:t>
            </a:r>
            <a:r>
              <a:rPr lang="en">
                <a:solidFill>
                  <a:schemeClr val="dk1"/>
                </a:solidFill>
                <a:latin typeface="Funnel Sans"/>
                <a:ea typeface="Funnel Sans"/>
                <a:cs typeface="Funnel Sans"/>
                <a:sym typeface="Funnel Sans"/>
              </a:rPr>
              <a:t> correctamente para la fase 2.</a:t>
            </a:r>
            <a:endParaRPr>
              <a:solidFill>
                <a:schemeClr val="dk1"/>
              </a:solidFill>
              <a:latin typeface="Funnel Sans"/>
              <a:ea typeface="Funnel Sans"/>
              <a:cs typeface="Funnel Sans"/>
              <a:sym typeface="Funnel Sans"/>
            </a:endParaRPr>
          </a:p>
        </p:txBody>
      </p:sp>
      <p:pic>
        <p:nvPicPr>
          <p:cNvPr id="421" name="Google Shape;421;p44"/>
          <p:cNvPicPr preferRelativeResize="0"/>
          <p:nvPr/>
        </p:nvPicPr>
        <p:blipFill>
          <a:blip r:embed="rId3">
            <a:alphaModFix/>
          </a:blip>
          <a:stretch>
            <a:fillRect/>
          </a:stretch>
        </p:blipFill>
        <p:spPr>
          <a:xfrm>
            <a:off x="399650" y="1497625"/>
            <a:ext cx="1619250" cy="3162300"/>
          </a:xfrm>
          <a:prstGeom prst="rect">
            <a:avLst/>
          </a:prstGeom>
          <a:noFill/>
          <a:ln>
            <a:noFill/>
          </a:ln>
        </p:spPr>
      </p:pic>
      <p:pic>
        <p:nvPicPr>
          <p:cNvPr id="422" name="Google Shape;422;p44"/>
          <p:cNvPicPr preferRelativeResize="0"/>
          <p:nvPr/>
        </p:nvPicPr>
        <p:blipFill>
          <a:blip r:embed="rId4">
            <a:alphaModFix/>
          </a:blip>
          <a:stretch>
            <a:fillRect/>
          </a:stretch>
        </p:blipFill>
        <p:spPr>
          <a:xfrm>
            <a:off x="3525300" y="1586650"/>
            <a:ext cx="4757700" cy="701456"/>
          </a:xfrm>
          <a:prstGeom prst="rect">
            <a:avLst/>
          </a:prstGeom>
          <a:noFill/>
          <a:ln>
            <a:noFill/>
          </a:ln>
        </p:spPr>
      </p:pic>
      <p:sp>
        <p:nvSpPr>
          <p:cNvPr id="423" name="Google Shape;423;p44"/>
          <p:cNvSpPr/>
          <p:nvPr/>
        </p:nvSpPr>
        <p:spPr>
          <a:xfrm>
            <a:off x="3525275" y="2501302"/>
            <a:ext cx="4757700" cy="864300"/>
          </a:xfrm>
          <a:prstGeom prst="roundRect">
            <a:avLst>
              <a:gd fmla="val 9023" name="adj"/>
            </a:avLst>
          </a:prstGeom>
          <a:noFill/>
          <a:ln cap="flat" cmpd="sng" w="7800">
            <a:solidFill>
              <a:schemeClr val="dk2"/>
            </a:solidFill>
            <a:prstDash val="solid"/>
            <a:round/>
            <a:headEnd len="sm" w="sm" type="none"/>
            <a:tailEnd len="sm" w="sm" type="none"/>
          </a:ln>
        </p:spPr>
        <p:txBody>
          <a:bodyPr anchorCtr="0" anchor="ctr" bIns="75000" lIns="75000" spcFirstLastPara="1" rIns="75000" wrap="square" tIns="75000">
            <a:noAutofit/>
          </a:bodyPr>
          <a:lstStyle/>
          <a:p>
            <a:pPr indent="0" lvl="0" marL="0" rtl="0" algn="ctr">
              <a:lnSpc>
                <a:spcPct val="115000"/>
              </a:lnSpc>
              <a:spcBef>
                <a:spcPts val="0"/>
              </a:spcBef>
              <a:spcAft>
                <a:spcPts val="0"/>
              </a:spcAft>
              <a:buNone/>
            </a:pPr>
            <a:r>
              <a:t/>
            </a:r>
            <a:endParaRPr sz="1148">
              <a:solidFill>
                <a:schemeClr val="dk1"/>
              </a:solidFill>
              <a:latin typeface="Funnel Sans"/>
              <a:ea typeface="Funnel Sans"/>
              <a:cs typeface="Funnel Sans"/>
              <a:sym typeface="Funnel Sans"/>
            </a:endParaRPr>
          </a:p>
        </p:txBody>
      </p:sp>
      <p:sp>
        <p:nvSpPr>
          <p:cNvPr id="424" name="Google Shape;424;p44"/>
          <p:cNvSpPr/>
          <p:nvPr/>
        </p:nvSpPr>
        <p:spPr>
          <a:xfrm>
            <a:off x="2208300" y="4066650"/>
            <a:ext cx="6215700" cy="619500"/>
          </a:xfrm>
          <a:prstGeom prst="roundRect">
            <a:avLst>
              <a:gd fmla="val 9023" name="adj"/>
            </a:avLst>
          </a:prstGeom>
          <a:noFill/>
          <a:ln cap="flat" cmpd="sng" w="7800">
            <a:solidFill>
              <a:schemeClr val="dk2"/>
            </a:solidFill>
            <a:prstDash val="solid"/>
            <a:round/>
            <a:headEnd len="sm" w="sm" type="none"/>
            <a:tailEnd len="sm" w="sm" type="none"/>
          </a:ln>
        </p:spPr>
        <p:txBody>
          <a:bodyPr anchorCtr="0" anchor="ctr" bIns="75000" lIns="75000" spcFirstLastPara="1" rIns="75000" wrap="square" tIns="75000">
            <a:noAutofit/>
          </a:bodyPr>
          <a:lstStyle/>
          <a:p>
            <a:pPr indent="0" lvl="0" marL="0" rtl="0" algn="ctr">
              <a:lnSpc>
                <a:spcPct val="115000"/>
              </a:lnSpc>
              <a:spcBef>
                <a:spcPts val="0"/>
              </a:spcBef>
              <a:spcAft>
                <a:spcPts val="0"/>
              </a:spcAft>
              <a:buNone/>
            </a:pPr>
            <a:r>
              <a:t/>
            </a:r>
            <a:endParaRPr sz="1148">
              <a:solidFill>
                <a:schemeClr val="dk1"/>
              </a:solidFill>
              <a:latin typeface="Funnel Sans"/>
              <a:ea typeface="Funnel Sans"/>
              <a:cs typeface="Funnel Sans"/>
              <a:sym typeface="Funnel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45"/>
          <p:cNvSpPr txBox="1"/>
          <p:nvPr>
            <p:ph type="title"/>
          </p:nvPr>
        </p:nvSpPr>
        <p:spPr>
          <a:xfrm>
            <a:off x="720000" y="458589"/>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Resultados de la </a:t>
            </a:r>
            <a:r>
              <a:rPr lang="en">
                <a:solidFill>
                  <a:srgbClr val="25FFA6"/>
                </a:solidFill>
              </a:rPr>
              <a:t>simulación</a:t>
            </a:r>
            <a:endParaRPr>
              <a:solidFill>
                <a:srgbClr val="25FFA6"/>
              </a:solidFill>
            </a:endParaRPr>
          </a:p>
        </p:txBody>
      </p:sp>
      <p:pic>
        <p:nvPicPr>
          <p:cNvPr id="430" name="Google Shape;430;p45"/>
          <p:cNvPicPr preferRelativeResize="0"/>
          <p:nvPr/>
        </p:nvPicPr>
        <p:blipFill>
          <a:blip r:embed="rId3">
            <a:alphaModFix/>
          </a:blip>
          <a:stretch>
            <a:fillRect/>
          </a:stretch>
        </p:blipFill>
        <p:spPr>
          <a:xfrm>
            <a:off x="5493725" y="1495000"/>
            <a:ext cx="2703508" cy="1440000"/>
          </a:xfrm>
          <a:prstGeom prst="rect">
            <a:avLst/>
          </a:prstGeom>
          <a:noFill/>
          <a:ln>
            <a:noFill/>
          </a:ln>
        </p:spPr>
      </p:pic>
      <p:sp>
        <p:nvSpPr>
          <p:cNvPr id="431" name="Google Shape;431;p45"/>
          <p:cNvSpPr/>
          <p:nvPr/>
        </p:nvSpPr>
        <p:spPr>
          <a:xfrm>
            <a:off x="261200" y="1565050"/>
            <a:ext cx="3300900" cy="1440000"/>
          </a:xfrm>
          <a:prstGeom prst="roundRect">
            <a:avLst>
              <a:gd fmla="val 9023" name="adj"/>
            </a:avLst>
          </a:prstGeom>
          <a:noFill/>
          <a:ln cap="flat" cmpd="sng" w="7800">
            <a:solidFill>
              <a:schemeClr val="dk2"/>
            </a:solidFill>
            <a:prstDash val="solid"/>
            <a:round/>
            <a:headEnd len="sm" w="sm" type="none"/>
            <a:tailEnd len="sm" w="sm" type="none"/>
          </a:ln>
        </p:spPr>
        <p:txBody>
          <a:bodyPr anchorCtr="0" anchor="ctr" bIns="75000" lIns="75000" spcFirstLastPara="1" rIns="75000" wrap="square" tIns="75000">
            <a:noAutofit/>
          </a:bodyPr>
          <a:lstStyle/>
          <a:p>
            <a:pPr indent="0" lvl="0" marL="0" rtl="0" algn="ctr">
              <a:spcBef>
                <a:spcPts val="0"/>
              </a:spcBef>
              <a:spcAft>
                <a:spcPts val="0"/>
              </a:spcAft>
              <a:buNone/>
            </a:pPr>
            <a:r>
              <a:t/>
            </a:r>
            <a:endParaRPr sz="1148">
              <a:solidFill>
                <a:schemeClr val="dk1"/>
              </a:solidFill>
              <a:latin typeface="Funnel Sans"/>
              <a:ea typeface="Funnel Sans"/>
              <a:cs typeface="Funnel Sans"/>
              <a:sym typeface="Funnel Sans"/>
            </a:endParaRPr>
          </a:p>
        </p:txBody>
      </p:sp>
      <p:sp>
        <p:nvSpPr>
          <p:cNvPr id="432" name="Google Shape;432;p45"/>
          <p:cNvSpPr txBox="1"/>
          <p:nvPr>
            <p:ph idx="4294967295" type="subTitle"/>
          </p:nvPr>
        </p:nvSpPr>
        <p:spPr>
          <a:xfrm>
            <a:off x="239550" y="1934750"/>
            <a:ext cx="3300900" cy="1084200"/>
          </a:xfrm>
          <a:prstGeom prst="rect">
            <a:avLst/>
          </a:prstGeom>
        </p:spPr>
        <p:txBody>
          <a:bodyPr anchorCtr="0" anchor="t" bIns="75000" lIns="75000" spcFirstLastPara="1" rIns="75000" wrap="square" tIns="75000">
            <a:noAutofit/>
          </a:bodyPr>
          <a:lstStyle/>
          <a:p>
            <a:pPr indent="0" lvl="0" marL="0" rtl="0" algn="l">
              <a:spcBef>
                <a:spcPts val="0"/>
              </a:spcBef>
              <a:spcAft>
                <a:spcPts val="0"/>
              </a:spcAft>
              <a:buNone/>
            </a:pPr>
            <a:r>
              <a:rPr lang="en" sz="1048"/>
              <a:t>C</a:t>
            </a:r>
            <a:r>
              <a:rPr lang="en" sz="1048"/>
              <a:t>ada 5 flancos de subida el resultado de la señal result es 1337, lo que corresponde al resultado de la instrucción addi, luego vuelve a 0, y sigue un ciclo infinito por la instrucción de salto, hasta terminar el tiempo de simulación.</a:t>
            </a:r>
            <a:endParaRPr sz="1048"/>
          </a:p>
          <a:p>
            <a:pPr indent="0" lvl="0" marL="0" rtl="0" algn="l">
              <a:spcBef>
                <a:spcPts val="0"/>
              </a:spcBef>
              <a:spcAft>
                <a:spcPts val="0"/>
              </a:spcAft>
              <a:buNone/>
            </a:pPr>
            <a:r>
              <a:t/>
            </a:r>
            <a:endParaRPr sz="1148"/>
          </a:p>
        </p:txBody>
      </p:sp>
      <p:sp>
        <p:nvSpPr>
          <p:cNvPr id="433" name="Google Shape;433;p45"/>
          <p:cNvSpPr txBox="1"/>
          <p:nvPr>
            <p:ph idx="3" type="subTitle"/>
          </p:nvPr>
        </p:nvSpPr>
        <p:spPr>
          <a:xfrm>
            <a:off x="692900" y="1692803"/>
            <a:ext cx="1962600" cy="323100"/>
          </a:xfrm>
          <a:prstGeom prst="rect">
            <a:avLst/>
          </a:prstGeom>
        </p:spPr>
        <p:txBody>
          <a:bodyPr anchorCtr="0" anchor="b" bIns="75000" lIns="75000" spcFirstLastPara="1" rIns="75000" wrap="square" tIns="75000">
            <a:noAutofit/>
          </a:bodyPr>
          <a:lstStyle/>
          <a:p>
            <a:pPr indent="0" lvl="0" marL="0" rtl="0" algn="ctr">
              <a:spcBef>
                <a:spcPts val="0"/>
              </a:spcBef>
              <a:spcAft>
                <a:spcPts val="0"/>
              </a:spcAft>
              <a:buNone/>
            </a:pPr>
            <a:r>
              <a:rPr lang="en" sz="1640"/>
              <a:t>TB_DPTR</a:t>
            </a:r>
            <a:endParaRPr sz="1640"/>
          </a:p>
        </p:txBody>
      </p:sp>
      <p:pic>
        <p:nvPicPr>
          <p:cNvPr id="434" name="Google Shape;434;p45"/>
          <p:cNvPicPr preferRelativeResize="0"/>
          <p:nvPr/>
        </p:nvPicPr>
        <p:blipFill>
          <a:blip r:embed="rId4">
            <a:alphaModFix/>
          </a:blip>
          <a:stretch>
            <a:fillRect/>
          </a:stretch>
        </p:blipFill>
        <p:spPr>
          <a:xfrm>
            <a:off x="6117775" y="3105413"/>
            <a:ext cx="2079444" cy="1610925"/>
          </a:xfrm>
          <a:prstGeom prst="rect">
            <a:avLst/>
          </a:prstGeom>
          <a:noFill/>
          <a:ln>
            <a:noFill/>
          </a:ln>
        </p:spPr>
      </p:pic>
      <p:sp>
        <p:nvSpPr>
          <p:cNvPr id="435" name="Google Shape;435;p45"/>
          <p:cNvSpPr/>
          <p:nvPr/>
        </p:nvSpPr>
        <p:spPr>
          <a:xfrm>
            <a:off x="261200" y="3139275"/>
            <a:ext cx="2826000" cy="1543200"/>
          </a:xfrm>
          <a:prstGeom prst="roundRect">
            <a:avLst>
              <a:gd fmla="val 9023" name="adj"/>
            </a:avLst>
          </a:prstGeom>
          <a:noFill/>
          <a:ln cap="flat" cmpd="sng" w="7800">
            <a:solidFill>
              <a:schemeClr val="dk2"/>
            </a:solidFill>
            <a:prstDash val="solid"/>
            <a:round/>
            <a:headEnd len="sm" w="sm" type="none"/>
            <a:tailEnd len="sm" w="sm" type="none"/>
          </a:ln>
        </p:spPr>
        <p:txBody>
          <a:bodyPr anchorCtr="0" anchor="ctr" bIns="75000" lIns="75000" spcFirstLastPara="1" rIns="75000" wrap="square" tIns="75000">
            <a:noAutofit/>
          </a:bodyPr>
          <a:lstStyle/>
          <a:p>
            <a:pPr indent="0" lvl="0" marL="0" rtl="0" algn="ctr">
              <a:spcBef>
                <a:spcPts val="0"/>
              </a:spcBef>
              <a:spcAft>
                <a:spcPts val="0"/>
              </a:spcAft>
              <a:buNone/>
            </a:pPr>
            <a:r>
              <a:t/>
            </a:r>
            <a:endParaRPr sz="1148">
              <a:solidFill>
                <a:schemeClr val="dk1"/>
              </a:solidFill>
              <a:latin typeface="Funnel Sans"/>
              <a:ea typeface="Funnel Sans"/>
              <a:cs typeface="Funnel Sans"/>
              <a:sym typeface="Funnel Sans"/>
            </a:endParaRPr>
          </a:p>
        </p:txBody>
      </p:sp>
      <p:sp>
        <p:nvSpPr>
          <p:cNvPr id="436" name="Google Shape;436;p45"/>
          <p:cNvSpPr txBox="1"/>
          <p:nvPr>
            <p:ph idx="4294967295" type="subTitle"/>
          </p:nvPr>
        </p:nvSpPr>
        <p:spPr>
          <a:xfrm>
            <a:off x="239550" y="3508975"/>
            <a:ext cx="2746800" cy="1440000"/>
          </a:xfrm>
          <a:prstGeom prst="rect">
            <a:avLst/>
          </a:prstGeom>
        </p:spPr>
        <p:txBody>
          <a:bodyPr anchorCtr="0" anchor="t" bIns="75000" lIns="75000" spcFirstLastPara="1" rIns="75000" wrap="square" tIns="75000">
            <a:noAutofit/>
          </a:bodyPr>
          <a:lstStyle/>
          <a:p>
            <a:pPr indent="0" lvl="0" marL="0" rtl="0" algn="l">
              <a:spcBef>
                <a:spcPts val="0"/>
              </a:spcBef>
              <a:spcAft>
                <a:spcPts val="0"/>
              </a:spcAft>
              <a:buNone/>
            </a:pPr>
            <a:r>
              <a:rPr lang="en" sz="1048"/>
              <a:t>Podemos observar el memory list de nuestro Banco de Registros, con el resultado correcto para la instrucción addi (1337 en el registro 8).</a:t>
            </a:r>
            <a:endParaRPr sz="1048"/>
          </a:p>
          <a:p>
            <a:pPr indent="0" lvl="0" marL="0" rtl="0" algn="l">
              <a:spcBef>
                <a:spcPts val="0"/>
              </a:spcBef>
              <a:spcAft>
                <a:spcPts val="0"/>
              </a:spcAft>
              <a:buNone/>
            </a:pPr>
            <a:r>
              <a:t/>
            </a:r>
            <a:endParaRPr sz="1148"/>
          </a:p>
        </p:txBody>
      </p:sp>
      <p:sp>
        <p:nvSpPr>
          <p:cNvPr id="437" name="Google Shape;437;p45"/>
          <p:cNvSpPr txBox="1"/>
          <p:nvPr>
            <p:ph idx="3" type="subTitle"/>
          </p:nvPr>
        </p:nvSpPr>
        <p:spPr>
          <a:xfrm>
            <a:off x="692900" y="3267028"/>
            <a:ext cx="1962600" cy="323100"/>
          </a:xfrm>
          <a:prstGeom prst="rect">
            <a:avLst/>
          </a:prstGeom>
        </p:spPr>
        <p:txBody>
          <a:bodyPr anchorCtr="0" anchor="b" bIns="75000" lIns="75000" spcFirstLastPara="1" rIns="75000" wrap="square" tIns="75000">
            <a:noAutofit/>
          </a:bodyPr>
          <a:lstStyle/>
          <a:p>
            <a:pPr indent="0" lvl="0" marL="0" rtl="0" algn="ctr">
              <a:spcBef>
                <a:spcPts val="0"/>
              </a:spcBef>
              <a:spcAft>
                <a:spcPts val="0"/>
              </a:spcAft>
              <a:buNone/>
            </a:pPr>
            <a:r>
              <a:rPr lang="en" sz="1640"/>
              <a:t>Memory List</a:t>
            </a:r>
            <a:endParaRPr sz="164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46"/>
          <p:cNvSpPr txBox="1"/>
          <p:nvPr>
            <p:ph type="title"/>
          </p:nvPr>
        </p:nvSpPr>
        <p:spPr>
          <a:xfrm>
            <a:off x="720000" y="458589"/>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Resultados de la </a:t>
            </a:r>
            <a:r>
              <a:rPr lang="en">
                <a:solidFill>
                  <a:srgbClr val="25FFA6"/>
                </a:solidFill>
              </a:rPr>
              <a:t>simulación</a:t>
            </a:r>
            <a:endParaRPr>
              <a:solidFill>
                <a:srgbClr val="25FFA6"/>
              </a:solidFill>
            </a:endParaRPr>
          </a:p>
        </p:txBody>
      </p:sp>
      <p:sp>
        <p:nvSpPr>
          <p:cNvPr id="443" name="Google Shape;443;p46"/>
          <p:cNvSpPr/>
          <p:nvPr/>
        </p:nvSpPr>
        <p:spPr>
          <a:xfrm>
            <a:off x="241400" y="1481675"/>
            <a:ext cx="3162300" cy="1220700"/>
          </a:xfrm>
          <a:prstGeom prst="roundRect">
            <a:avLst>
              <a:gd fmla="val 9023" name="adj"/>
            </a:avLst>
          </a:prstGeom>
          <a:noFill/>
          <a:ln cap="flat" cmpd="sng" w="7800">
            <a:solidFill>
              <a:schemeClr val="dk2"/>
            </a:solidFill>
            <a:prstDash val="solid"/>
            <a:round/>
            <a:headEnd len="sm" w="sm" type="none"/>
            <a:tailEnd len="sm" w="sm" type="none"/>
          </a:ln>
        </p:spPr>
        <p:txBody>
          <a:bodyPr anchorCtr="0" anchor="ctr" bIns="75000" lIns="75000" spcFirstLastPara="1" rIns="75000" wrap="square" tIns="75000">
            <a:noAutofit/>
          </a:bodyPr>
          <a:lstStyle/>
          <a:p>
            <a:pPr indent="0" lvl="0" marL="0" rtl="0" algn="ctr">
              <a:spcBef>
                <a:spcPts val="0"/>
              </a:spcBef>
              <a:spcAft>
                <a:spcPts val="0"/>
              </a:spcAft>
              <a:buNone/>
            </a:pPr>
            <a:r>
              <a:t/>
            </a:r>
            <a:endParaRPr sz="1148">
              <a:solidFill>
                <a:schemeClr val="dk1"/>
              </a:solidFill>
              <a:latin typeface="Funnel Sans"/>
              <a:ea typeface="Funnel Sans"/>
              <a:cs typeface="Funnel Sans"/>
              <a:sym typeface="Funnel Sans"/>
            </a:endParaRPr>
          </a:p>
        </p:txBody>
      </p:sp>
      <p:sp>
        <p:nvSpPr>
          <p:cNvPr id="444" name="Google Shape;444;p46"/>
          <p:cNvSpPr txBox="1"/>
          <p:nvPr>
            <p:ph idx="4294967295" type="subTitle"/>
          </p:nvPr>
        </p:nvSpPr>
        <p:spPr>
          <a:xfrm>
            <a:off x="219750" y="1851375"/>
            <a:ext cx="3300900" cy="693000"/>
          </a:xfrm>
          <a:prstGeom prst="rect">
            <a:avLst/>
          </a:prstGeom>
        </p:spPr>
        <p:txBody>
          <a:bodyPr anchorCtr="0" anchor="t" bIns="75000" lIns="75000" spcFirstLastPara="1" rIns="75000" wrap="square" tIns="75000">
            <a:noAutofit/>
          </a:bodyPr>
          <a:lstStyle/>
          <a:p>
            <a:pPr indent="0" lvl="0" marL="0" rtl="0" algn="l">
              <a:spcBef>
                <a:spcPts val="0"/>
              </a:spcBef>
              <a:spcAft>
                <a:spcPts val="0"/>
              </a:spcAft>
              <a:buNone/>
            </a:pPr>
            <a:r>
              <a:rPr lang="en" sz="1048"/>
              <a:t>Memory list de la memoria de datos, se realizó de manera correcta el Bubble Sort, recibiendo como resultado el arreglo de manera ordenada, listo para la búsqueda binaria.</a:t>
            </a:r>
            <a:endParaRPr sz="1048"/>
          </a:p>
          <a:p>
            <a:pPr indent="0" lvl="0" marL="0" rtl="0" algn="l">
              <a:spcBef>
                <a:spcPts val="0"/>
              </a:spcBef>
              <a:spcAft>
                <a:spcPts val="0"/>
              </a:spcAft>
              <a:buNone/>
            </a:pPr>
            <a:r>
              <a:t/>
            </a:r>
            <a:endParaRPr sz="1148"/>
          </a:p>
        </p:txBody>
      </p:sp>
      <p:sp>
        <p:nvSpPr>
          <p:cNvPr id="445" name="Google Shape;445;p46"/>
          <p:cNvSpPr txBox="1"/>
          <p:nvPr>
            <p:ph idx="3" type="subTitle"/>
          </p:nvPr>
        </p:nvSpPr>
        <p:spPr>
          <a:xfrm>
            <a:off x="673100" y="1609425"/>
            <a:ext cx="2404200" cy="323100"/>
          </a:xfrm>
          <a:prstGeom prst="rect">
            <a:avLst/>
          </a:prstGeom>
        </p:spPr>
        <p:txBody>
          <a:bodyPr anchorCtr="0" anchor="b" bIns="75000" lIns="75000" spcFirstLastPara="1" rIns="75000" wrap="square" tIns="75000">
            <a:noAutofit/>
          </a:bodyPr>
          <a:lstStyle/>
          <a:p>
            <a:pPr indent="0" lvl="0" marL="0" rtl="0" algn="ctr">
              <a:spcBef>
                <a:spcPts val="0"/>
              </a:spcBef>
              <a:spcAft>
                <a:spcPts val="0"/>
              </a:spcAft>
              <a:buNone/>
            </a:pPr>
            <a:r>
              <a:rPr lang="en" sz="1640"/>
              <a:t>Memoria de Datos</a:t>
            </a:r>
            <a:endParaRPr sz="1640"/>
          </a:p>
        </p:txBody>
      </p:sp>
      <p:sp>
        <p:nvSpPr>
          <p:cNvPr id="446" name="Google Shape;446;p46"/>
          <p:cNvSpPr/>
          <p:nvPr/>
        </p:nvSpPr>
        <p:spPr>
          <a:xfrm>
            <a:off x="3495650" y="1481675"/>
            <a:ext cx="2826000" cy="1184400"/>
          </a:xfrm>
          <a:prstGeom prst="roundRect">
            <a:avLst>
              <a:gd fmla="val 9023" name="adj"/>
            </a:avLst>
          </a:prstGeom>
          <a:noFill/>
          <a:ln cap="flat" cmpd="sng" w="7800">
            <a:solidFill>
              <a:schemeClr val="dk2"/>
            </a:solidFill>
            <a:prstDash val="solid"/>
            <a:round/>
            <a:headEnd len="sm" w="sm" type="none"/>
            <a:tailEnd len="sm" w="sm" type="none"/>
          </a:ln>
        </p:spPr>
        <p:txBody>
          <a:bodyPr anchorCtr="0" anchor="ctr" bIns="75000" lIns="75000" spcFirstLastPara="1" rIns="75000" wrap="square" tIns="75000">
            <a:noAutofit/>
          </a:bodyPr>
          <a:lstStyle/>
          <a:p>
            <a:pPr indent="0" lvl="0" marL="0" rtl="0" algn="ctr">
              <a:spcBef>
                <a:spcPts val="0"/>
              </a:spcBef>
              <a:spcAft>
                <a:spcPts val="0"/>
              </a:spcAft>
              <a:buNone/>
            </a:pPr>
            <a:r>
              <a:t/>
            </a:r>
            <a:endParaRPr sz="1148">
              <a:solidFill>
                <a:schemeClr val="dk1"/>
              </a:solidFill>
              <a:latin typeface="Funnel Sans"/>
              <a:ea typeface="Funnel Sans"/>
              <a:cs typeface="Funnel Sans"/>
              <a:sym typeface="Funnel Sans"/>
            </a:endParaRPr>
          </a:p>
        </p:txBody>
      </p:sp>
      <p:sp>
        <p:nvSpPr>
          <p:cNvPr id="447" name="Google Shape;447;p46"/>
          <p:cNvSpPr txBox="1"/>
          <p:nvPr>
            <p:ph idx="4294967295" type="subTitle"/>
          </p:nvPr>
        </p:nvSpPr>
        <p:spPr>
          <a:xfrm>
            <a:off x="3474000" y="1815175"/>
            <a:ext cx="2746800" cy="923400"/>
          </a:xfrm>
          <a:prstGeom prst="rect">
            <a:avLst/>
          </a:prstGeom>
        </p:spPr>
        <p:txBody>
          <a:bodyPr anchorCtr="0" anchor="t" bIns="75000" lIns="75000" spcFirstLastPara="1" rIns="75000" wrap="square" tIns="75000">
            <a:noAutofit/>
          </a:bodyPr>
          <a:lstStyle/>
          <a:p>
            <a:pPr indent="0" lvl="0" marL="0" rtl="0" algn="l">
              <a:spcBef>
                <a:spcPts val="0"/>
              </a:spcBef>
              <a:spcAft>
                <a:spcPts val="0"/>
              </a:spcAft>
              <a:buNone/>
            </a:pPr>
            <a:r>
              <a:rPr lang="en" sz="1048"/>
              <a:t>Memory list del Banco de Registros, lo más importante a notar es que en el registro 2 se encuentra el valor -1 (caso de fracaso).</a:t>
            </a:r>
            <a:endParaRPr sz="1048"/>
          </a:p>
          <a:p>
            <a:pPr indent="0" lvl="0" marL="0" rtl="0" algn="l">
              <a:spcBef>
                <a:spcPts val="0"/>
              </a:spcBef>
              <a:spcAft>
                <a:spcPts val="0"/>
              </a:spcAft>
              <a:buNone/>
            </a:pPr>
            <a:r>
              <a:t/>
            </a:r>
            <a:endParaRPr sz="1148"/>
          </a:p>
        </p:txBody>
      </p:sp>
      <p:sp>
        <p:nvSpPr>
          <p:cNvPr id="448" name="Google Shape;448;p46"/>
          <p:cNvSpPr txBox="1"/>
          <p:nvPr>
            <p:ph idx="3" type="subTitle"/>
          </p:nvPr>
        </p:nvSpPr>
        <p:spPr>
          <a:xfrm>
            <a:off x="3665100" y="1573225"/>
            <a:ext cx="2364600" cy="323100"/>
          </a:xfrm>
          <a:prstGeom prst="rect">
            <a:avLst/>
          </a:prstGeom>
        </p:spPr>
        <p:txBody>
          <a:bodyPr anchorCtr="0" anchor="b" bIns="75000" lIns="75000" spcFirstLastPara="1" rIns="75000" wrap="square" tIns="75000">
            <a:noAutofit/>
          </a:bodyPr>
          <a:lstStyle/>
          <a:p>
            <a:pPr indent="0" lvl="0" marL="0" rtl="0" algn="ctr">
              <a:spcBef>
                <a:spcPts val="0"/>
              </a:spcBef>
              <a:spcAft>
                <a:spcPts val="0"/>
              </a:spcAft>
              <a:buNone/>
            </a:pPr>
            <a:r>
              <a:rPr lang="en" sz="1640"/>
              <a:t>Banco de registros</a:t>
            </a:r>
            <a:endParaRPr sz="1640"/>
          </a:p>
        </p:txBody>
      </p:sp>
      <p:pic>
        <p:nvPicPr>
          <p:cNvPr id="449" name="Google Shape;449;p46"/>
          <p:cNvPicPr preferRelativeResize="0"/>
          <p:nvPr/>
        </p:nvPicPr>
        <p:blipFill rotWithShape="1">
          <a:blip r:embed="rId3">
            <a:alphaModFix/>
          </a:blip>
          <a:srcRect b="30361" l="0" r="0" t="-2050"/>
          <a:stretch/>
        </p:blipFill>
        <p:spPr>
          <a:xfrm>
            <a:off x="292450" y="2781725"/>
            <a:ext cx="2825999" cy="1742894"/>
          </a:xfrm>
          <a:prstGeom prst="rect">
            <a:avLst/>
          </a:prstGeom>
          <a:noFill/>
          <a:ln>
            <a:noFill/>
          </a:ln>
        </p:spPr>
      </p:pic>
      <p:pic>
        <p:nvPicPr>
          <p:cNvPr id="450" name="Google Shape;450;p46"/>
          <p:cNvPicPr preferRelativeResize="0"/>
          <p:nvPr/>
        </p:nvPicPr>
        <p:blipFill rotWithShape="1">
          <a:blip r:embed="rId4">
            <a:alphaModFix/>
          </a:blip>
          <a:srcRect b="31880" l="0" r="0" t="0"/>
          <a:stretch/>
        </p:blipFill>
        <p:spPr>
          <a:xfrm>
            <a:off x="3582025" y="2774775"/>
            <a:ext cx="2826000" cy="1701433"/>
          </a:xfrm>
          <a:prstGeom prst="rect">
            <a:avLst/>
          </a:prstGeom>
          <a:noFill/>
          <a:ln>
            <a:noFill/>
          </a:ln>
        </p:spPr>
      </p:pic>
      <p:pic>
        <p:nvPicPr>
          <p:cNvPr id="451" name="Google Shape;451;p46"/>
          <p:cNvPicPr preferRelativeResize="0"/>
          <p:nvPr/>
        </p:nvPicPr>
        <p:blipFill rotWithShape="1">
          <a:blip r:embed="rId5">
            <a:alphaModFix/>
          </a:blip>
          <a:srcRect b="50027" l="0" r="35538" t="0"/>
          <a:stretch/>
        </p:blipFill>
        <p:spPr>
          <a:xfrm>
            <a:off x="6650775" y="2856065"/>
            <a:ext cx="2404200" cy="1612360"/>
          </a:xfrm>
          <a:prstGeom prst="rect">
            <a:avLst/>
          </a:prstGeom>
          <a:noFill/>
          <a:ln>
            <a:noFill/>
          </a:ln>
        </p:spPr>
      </p:pic>
      <p:sp>
        <p:nvSpPr>
          <p:cNvPr id="452" name="Google Shape;452;p46"/>
          <p:cNvSpPr/>
          <p:nvPr/>
        </p:nvSpPr>
        <p:spPr>
          <a:xfrm>
            <a:off x="6460150" y="1481775"/>
            <a:ext cx="2608200" cy="1184400"/>
          </a:xfrm>
          <a:prstGeom prst="roundRect">
            <a:avLst>
              <a:gd fmla="val 9023" name="adj"/>
            </a:avLst>
          </a:prstGeom>
          <a:noFill/>
          <a:ln cap="flat" cmpd="sng" w="7800">
            <a:solidFill>
              <a:schemeClr val="dk2"/>
            </a:solidFill>
            <a:prstDash val="solid"/>
            <a:round/>
            <a:headEnd len="sm" w="sm" type="none"/>
            <a:tailEnd len="sm" w="sm" type="none"/>
          </a:ln>
        </p:spPr>
        <p:txBody>
          <a:bodyPr anchorCtr="0" anchor="ctr" bIns="75000" lIns="75000" spcFirstLastPara="1" rIns="75000" wrap="square" tIns="75000">
            <a:noAutofit/>
          </a:bodyPr>
          <a:lstStyle/>
          <a:p>
            <a:pPr indent="0" lvl="0" marL="0" rtl="0" algn="ctr">
              <a:spcBef>
                <a:spcPts val="0"/>
              </a:spcBef>
              <a:spcAft>
                <a:spcPts val="0"/>
              </a:spcAft>
              <a:buNone/>
            </a:pPr>
            <a:r>
              <a:t/>
            </a:r>
            <a:endParaRPr sz="1148">
              <a:solidFill>
                <a:schemeClr val="dk1"/>
              </a:solidFill>
              <a:latin typeface="Funnel Sans"/>
              <a:ea typeface="Funnel Sans"/>
              <a:cs typeface="Funnel Sans"/>
              <a:sym typeface="Funnel Sans"/>
            </a:endParaRPr>
          </a:p>
        </p:txBody>
      </p:sp>
      <p:sp>
        <p:nvSpPr>
          <p:cNvPr id="453" name="Google Shape;453;p46"/>
          <p:cNvSpPr txBox="1"/>
          <p:nvPr>
            <p:ph idx="4294967295" type="subTitle"/>
          </p:nvPr>
        </p:nvSpPr>
        <p:spPr>
          <a:xfrm>
            <a:off x="6603000" y="1815175"/>
            <a:ext cx="2364600" cy="923400"/>
          </a:xfrm>
          <a:prstGeom prst="rect">
            <a:avLst/>
          </a:prstGeom>
        </p:spPr>
        <p:txBody>
          <a:bodyPr anchorCtr="0" anchor="t" bIns="75000" lIns="75000" spcFirstLastPara="1" rIns="75000" wrap="square" tIns="75000">
            <a:noAutofit/>
          </a:bodyPr>
          <a:lstStyle/>
          <a:p>
            <a:pPr indent="0" lvl="0" marL="0" rtl="0" algn="l">
              <a:spcBef>
                <a:spcPts val="0"/>
              </a:spcBef>
              <a:spcAft>
                <a:spcPts val="0"/>
              </a:spcAft>
              <a:buNone/>
            </a:pPr>
            <a:r>
              <a:rPr lang="en" sz="1048"/>
              <a:t>Para el caso de éxito se inserta el valor 45 en el arreglo, y el Bubble Sort vuelve a funcionar.</a:t>
            </a:r>
            <a:endParaRPr sz="1048"/>
          </a:p>
          <a:p>
            <a:pPr indent="0" lvl="0" marL="0" rtl="0" algn="l">
              <a:spcBef>
                <a:spcPts val="0"/>
              </a:spcBef>
              <a:spcAft>
                <a:spcPts val="0"/>
              </a:spcAft>
              <a:buNone/>
            </a:pPr>
            <a:r>
              <a:t/>
            </a:r>
            <a:endParaRPr sz="1148"/>
          </a:p>
        </p:txBody>
      </p:sp>
      <p:sp>
        <p:nvSpPr>
          <p:cNvPr id="454" name="Google Shape;454;p46"/>
          <p:cNvSpPr txBox="1"/>
          <p:nvPr>
            <p:ph idx="3" type="subTitle"/>
          </p:nvPr>
        </p:nvSpPr>
        <p:spPr>
          <a:xfrm>
            <a:off x="6411900" y="1573225"/>
            <a:ext cx="2364600" cy="323100"/>
          </a:xfrm>
          <a:prstGeom prst="rect">
            <a:avLst/>
          </a:prstGeom>
        </p:spPr>
        <p:txBody>
          <a:bodyPr anchorCtr="0" anchor="b" bIns="75000" lIns="75000" spcFirstLastPara="1" rIns="75000" wrap="square" tIns="75000">
            <a:noAutofit/>
          </a:bodyPr>
          <a:lstStyle/>
          <a:p>
            <a:pPr indent="0" lvl="0" marL="0" rtl="0" algn="ctr">
              <a:spcBef>
                <a:spcPts val="0"/>
              </a:spcBef>
              <a:spcAft>
                <a:spcPts val="0"/>
              </a:spcAft>
              <a:buNone/>
            </a:pPr>
            <a:r>
              <a:rPr lang="en" sz="1640"/>
              <a:t>Banco de registros</a:t>
            </a:r>
            <a:endParaRPr sz="164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47"/>
          <p:cNvSpPr txBox="1"/>
          <p:nvPr>
            <p:ph type="title"/>
          </p:nvPr>
        </p:nvSpPr>
        <p:spPr>
          <a:xfrm>
            <a:off x="720000" y="458589"/>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Resultados de la </a:t>
            </a:r>
            <a:r>
              <a:rPr lang="en">
                <a:solidFill>
                  <a:srgbClr val="25FFA6"/>
                </a:solidFill>
              </a:rPr>
              <a:t>simulación</a:t>
            </a:r>
            <a:endParaRPr>
              <a:solidFill>
                <a:srgbClr val="25FFA6"/>
              </a:solidFill>
            </a:endParaRPr>
          </a:p>
        </p:txBody>
      </p:sp>
      <p:sp>
        <p:nvSpPr>
          <p:cNvPr id="460" name="Google Shape;460;p47"/>
          <p:cNvSpPr/>
          <p:nvPr/>
        </p:nvSpPr>
        <p:spPr>
          <a:xfrm>
            <a:off x="241400" y="1481675"/>
            <a:ext cx="3300900" cy="1220700"/>
          </a:xfrm>
          <a:prstGeom prst="roundRect">
            <a:avLst>
              <a:gd fmla="val 9023" name="adj"/>
            </a:avLst>
          </a:prstGeom>
          <a:noFill/>
          <a:ln cap="flat" cmpd="sng" w="7800">
            <a:solidFill>
              <a:schemeClr val="dk2"/>
            </a:solidFill>
            <a:prstDash val="solid"/>
            <a:round/>
            <a:headEnd len="sm" w="sm" type="none"/>
            <a:tailEnd len="sm" w="sm" type="none"/>
          </a:ln>
        </p:spPr>
        <p:txBody>
          <a:bodyPr anchorCtr="0" anchor="ctr" bIns="75000" lIns="75000" spcFirstLastPara="1" rIns="75000" wrap="square" tIns="75000">
            <a:noAutofit/>
          </a:bodyPr>
          <a:lstStyle/>
          <a:p>
            <a:pPr indent="0" lvl="0" marL="0" rtl="0" algn="ctr">
              <a:spcBef>
                <a:spcPts val="0"/>
              </a:spcBef>
              <a:spcAft>
                <a:spcPts val="0"/>
              </a:spcAft>
              <a:buNone/>
            </a:pPr>
            <a:r>
              <a:t/>
            </a:r>
            <a:endParaRPr sz="1148">
              <a:solidFill>
                <a:schemeClr val="dk1"/>
              </a:solidFill>
              <a:latin typeface="Funnel Sans"/>
              <a:ea typeface="Funnel Sans"/>
              <a:cs typeface="Funnel Sans"/>
              <a:sym typeface="Funnel Sans"/>
            </a:endParaRPr>
          </a:p>
        </p:txBody>
      </p:sp>
      <p:sp>
        <p:nvSpPr>
          <p:cNvPr id="461" name="Google Shape;461;p47"/>
          <p:cNvSpPr txBox="1"/>
          <p:nvPr>
            <p:ph idx="4294967295" type="subTitle"/>
          </p:nvPr>
        </p:nvSpPr>
        <p:spPr>
          <a:xfrm>
            <a:off x="219750" y="1851375"/>
            <a:ext cx="3300900" cy="693000"/>
          </a:xfrm>
          <a:prstGeom prst="rect">
            <a:avLst/>
          </a:prstGeom>
        </p:spPr>
        <p:txBody>
          <a:bodyPr anchorCtr="0" anchor="t" bIns="75000" lIns="75000" spcFirstLastPara="1" rIns="75000" wrap="square" tIns="75000">
            <a:noAutofit/>
          </a:bodyPr>
          <a:lstStyle/>
          <a:p>
            <a:pPr indent="0" lvl="0" marL="0" rtl="0" algn="l">
              <a:spcBef>
                <a:spcPts val="0"/>
              </a:spcBef>
              <a:spcAft>
                <a:spcPts val="0"/>
              </a:spcAft>
              <a:buNone/>
            </a:pPr>
            <a:r>
              <a:rPr lang="en" sz="1048"/>
              <a:t>Caso de éxito muestra el resultado 6 en el registro 2, es decir, la posición en que se encuentra el número que buscábamos, dirección número 6 de la memoria de datos.</a:t>
            </a:r>
            <a:endParaRPr sz="1048"/>
          </a:p>
          <a:p>
            <a:pPr indent="0" lvl="0" marL="0" rtl="0" algn="l">
              <a:spcBef>
                <a:spcPts val="0"/>
              </a:spcBef>
              <a:spcAft>
                <a:spcPts val="0"/>
              </a:spcAft>
              <a:buNone/>
            </a:pPr>
            <a:r>
              <a:t/>
            </a:r>
            <a:endParaRPr sz="1148"/>
          </a:p>
        </p:txBody>
      </p:sp>
      <p:sp>
        <p:nvSpPr>
          <p:cNvPr id="462" name="Google Shape;462;p47"/>
          <p:cNvSpPr txBox="1"/>
          <p:nvPr>
            <p:ph idx="3" type="subTitle"/>
          </p:nvPr>
        </p:nvSpPr>
        <p:spPr>
          <a:xfrm>
            <a:off x="673100" y="1609425"/>
            <a:ext cx="2404200" cy="323100"/>
          </a:xfrm>
          <a:prstGeom prst="rect">
            <a:avLst/>
          </a:prstGeom>
        </p:spPr>
        <p:txBody>
          <a:bodyPr anchorCtr="0" anchor="b" bIns="75000" lIns="75000" spcFirstLastPara="1" rIns="75000" wrap="square" tIns="75000">
            <a:noAutofit/>
          </a:bodyPr>
          <a:lstStyle/>
          <a:p>
            <a:pPr indent="0" lvl="0" marL="0" rtl="0" algn="ctr">
              <a:spcBef>
                <a:spcPts val="0"/>
              </a:spcBef>
              <a:spcAft>
                <a:spcPts val="0"/>
              </a:spcAft>
              <a:buNone/>
            </a:pPr>
            <a:r>
              <a:rPr lang="en" sz="1640"/>
              <a:t>Banco de Registros</a:t>
            </a:r>
            <a:endParaRPr sz="1640"/>
          </a:p>
        </p:txBody>
      </p:sp>
      <p:sp>
        <p:nvSpPr>
          <p:cNvPr id="463" name="Google Shape;463;p47"/>
          <p:cNvSpPr/>
          <p:nvPr/>
        </p:nvSpPr>
        <p:spPr>
          <a:xfrm>
            <a:off x="5292975" y="1463625"/>
            <a:ext cx="3382800" cy="1184400"/>
          </a:xfrm>
          <a:prstGeom prst="roundRect">
            <a:avLst>
              <a:gd fmla="val 9023" name="adj"/>
            </a:avLst>
          </a:prstGeom>
          <a:noFill/>
          <a:ln cap="flat" cmpd="sng" w="7800">
            <a:solidFill>
              <a:schemeClr val="dk2"/>
            </a:solidFill>
            <a:prstDash val="solid"/>
            <a:round/>
            <a:headEnd len="sm" w="sm" type="none"/>
            <a:tailEnd len="sm" w="sm" type="none"/>
          </a:ln>
        </p:spPr>
        <p:txBody>
          <a:bodyPr anchorCtr="0" anchor="ctr" bIns="75000" lIns="75000" spcFirstLastPara="1" rIns="75000" wrap="square" tIns="75000">
            <a:noAutofit/>
          </a:bodyPr>
          <a:lstStyle/>
          <a:p>
            <a:pPr indent="0" lvl="0" marL="0" rtl="0" algn="ctr">
              <a:spcBef>
                <a:spcPts val="0"/>
              </a:spcBef>
              <a:spcAft>
                <a:spcPts val="0"/>
              </a:spcAft>
              <a:buNone/>
            </a:pPr>
            <a:r>
              <a:t/>
            </a:r>
            <a:endParaRPr sz="1148">
              <a:solidFill>
                <a:schemeClr val="dk1"/>
              </a:solidFill>
              <a:latin typeface="Funnel Sans"/>
              <a:ea typeface="Funnel Sans"/>
              <a:cs typeface="Funnel Sans"/>
              <a:sym typeface="Funnel Sans"/>
            </a:endParaRPr>
          </a:p>
        </p:txBody>
      </p:sp>
      <p:sp>
        <p:nvSpPr>
          <p:cNvPr id="464" name="Google Shape;464;p47"/>
          <p:cNvSpPr txBox="1"/>
          <p:nvPr>
            <p:ph idx="4294967295" type="subTitle"/>
          </p:nvPr>
        </p:nvSpPr>
        <p:spPr>
          <a:xfrm>
            <a:off x="5500700" y="1797025"/>
            <a:ext cx="2903100" cy="923400"/>
          </a:xfrm>
          <a:prstGeom prst="rect">
            <a:avLst/>
          </a:prstGeom>
        </p:spPr>
        <p:txBody>
          <a:bodyPr anchorCtr="0" anchor="t" bIns="75000" lIns="75000" spcFirstLastPara="1" rIns="75000" wrap="square" tIns="75000">
            <a:noAutofit/>
          </a:bodyPr>
          <a:lstStyle/>
          <a:p>
            <a:pPr indent="0" lvl="0" marL="0" rtl="0" algn="l">
              <a:spcBef>
                <a:spcPts val="0"/>
              </a:spcBef>
              <a:spcAft>
                <a:spcPts val="0"/>
              </a:spcAft>
              <a:buNone/>
            </a:pPr>
            <a:r>
              <a:rPr lang="en" sz="1048"/>
              <a:t>Ventana Wave muestra las señales de cada instrucción que se va mandando, 0 (inicialización), 10 (tamaño del arreglo), 45 (número a buscar), etc.</a:t>
            </a:r>
            <a:endParaRPr sz="1048"/>
          </a:p>
          <a:p>
            <a:pPr indent="0" lvl="0" marL="0" rtl="0" algn="l">
              <a:spcBef>
                <a:spcPts val="0"/>
              </a:spcBef>
              <a:spcAft>
                <a:spcPts val="0"/>
              </a:spcAft>
              <a:buNone/>
            </a:pPr>
            <a:r>
              <a:t/>
            </a:r>
            <a:endParaRPr sz="1148"/>
          </a:p>
        </p:txBody>
      </p:sp>
      <p:sp>
        <p:nvSpPr>
          <p:cNvPr id="465" name="Google Shape;465;p47"/>
          <p:cNvSpPr txBox="1"/>
          <p:nvPr>
            <p:ph idx="3" type="subTitle"/>
          </p:nvPr>
        </p:nvSpPr>
        <p:spPr>
          <a:xfrm>
            <a:off x="5848075" y="1555075"/>
            <a:ext cx="2364600" cy="323100"/>
          </a:xfrm>
          <a:prstGeom prst="rect">
            <a:avLst/>
          </a:prstGeom>
        </p:spPr>
        <p:txBody>
          <a:bodyPr anchorCtr="0" anchor="b" bIns="75000" lIns="75000" spcFirstLastPara="1" rIns="75000" wrap="square" tIns="75000">
            <a:noAutofit/>
          </a:bodyPr>
          <a:lstStyle/>
          <a:p>
            <a:pPr indent="0" lvl="0" marL="0" rtl="0" algn="ctr">
              <a:spcBef>
                <a:spcPts val="0"/>
              </a:spcBef>
              <a:spcAft>
                <a:spcPts val="0"/>
              </a:spcAft>
              <a:buNone/>
            </a:pPr>
            <a:r>
              <a:rPr lang="en" sz="1640"/>
              <a:t>Wave</a:t>
            </a:r>
            <a:endParaRPr sz="1640"/>
          </a:p>
        </p:txBody>
      </p:sp>
      <p:pic>
        <p:nvPicPr>
          <p:cNvPr id="466" name="Google Shape;466;p47"/>
          <p:cNvPicPr preferRelativeResize="0"/>
          <p:nvPr/>
        </p:nvPicPr>
        <p:blipFill rotWithShape="1">
          <a:blip r:embed="rId3">
            <a:alphaModFix/>
          </a:blip>
          <a:srcRect b="28151" l="0" r="0" t="0"/>
          <a:stretch/>
        </p:blipFill>
        <p:spPr>
          <a:xfrm>
            <a:off x="285250" y="2922038"/>
            <a:ext cx="2746801" cy="1713861"/>
          </a:xfrm>
          <a:prstGeom prst="rect">
            <a:avLst/>
          </a:prstGeom>
          <a:noFill/>
          <a:ln>
            <a:noFill/>
          </a:ln>
        </p:spPr>
      </p:pic>
      <p:pic>
        <p:nvPicPr>
          <p:cNvPr id="467" name="Google Shape;467;p47"/>
          <p:cNvPicPr preferRelativeResize="0"/>
          <p:nvPr/>
        </p:nvPicPr>
        <p:blipFill>
          <a:blip r:embed="rId4">
            <a:alphaModFix/>
          </a:blip>
          <a:stretch>
            <a:fillRect/>
          </a:stretch>
        </p:blipFill>
        <p:spPr>
          <a:xfrm>
            <a:off x="5239608" y="2850687"/>
            <a:ext cx="3536891" cy="18565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48"/>
          <p:cNvSpPr txBox="1"/>
          <p:nvPr>
            <p:ph type="title"/>
          </p:nvPr>
        </p:nvSpPr>
        <p:spPr>
          <a:xfrm>
            <a:off x="2347950" y="829988"/>
            <a:ext cx="4448100" cy="823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¿Preguntas?</a:t>
            </a:r>
            <a:endParaRPr/>
          </a:p>
        </p:txBody>
      </p:sp>
      <p:sp>
        <p:nvSpPr>
          <p:cNvPr id="473" name="Google Shape;473;p48"/>
          <p:cNvSpPr txBox="1"/>
          <p:nvPr>
            <p:ph idx="1" type="subTitle"/>
          </p:nvPr>
        </p:nvSpPr>
        <p:spPr>
          <a:xfrm>
            <a:off x="2427075" y="1765500"/>
            <a:ext cx="4448100" cy="1612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t>Referencias:</a:t>
            </a:r>
            <a:endParaRPr b="1"/>
          </a:p>
          <a:p>
            <a:pPr indent="0" lvl="0" marL="0" rtl="0" algn="ctr">
              <a:spcBef>
                <a:spcPts val="0"/>
              </a:spcBef>
              <a:spcAft>
                <a:spcPts val="0"/>
              </a:spcAft>
              <a:buNone/>
            </a:pPr>
            <a:r>
              <a:t/>
            </a:r>
            <a:endParaRPr b="1"/>
          </a:p>
          <a:p>
            <a:pPr indent="0" lvl="0" marL="0" rtl="0" algn="ctr">
              <a:spcBef>
                <a:spcPts val="0"/>
              </a:spcBef>
              <a:spcAft>
                <a:spcPts val="0"/>
              </a:spcAft>
              <a:buNone/>
            </a:pPr>
            <a:r>
              <a:rPr b="1" lang="en"/>
              <a:t>Patterson &amp; Hennessy, "Computer Organization and Design: The Hardware/Software Interface"</a:t>
            </a:r>
            <a:endParaRPr b="1"/>
          </a:p>
          <a:p>
            <a:pPr indent="0" lvl="0" marL="0" rtl="0" algn="ctr">
              <a:spcBef>
                <a:spcPts val="0"/>
              </a:spcBef>
              <a:spcAft>
                <a:spcPts val="0"/>
              </a:spcAft>
              <a:buNone/>
            </a:pPr>
            <a:r>
              <a:t/>
            </a:r>
            <a:endParaRPr b="1"/>
          </a:p>
          <a:p>
            <a:pPr indent="0" lvl="0" marL="0" rtl="0" algn="ctr">
              <a:spcBef>
                <a:spcPts val="0"/>
              </a:spcBef>
              <a:spcAft>
                <a:spcPts val="0"/>
              </a:spcAft>
              <a:buNone/>
            </a:pPr>
            <a:r>
              <a:rPr b="1" lang="en"/>
              <a:t>MIPS32 Architecture for Programmers Volume</a:t>
            </a:r>
            <a:endParaRPr b="1"/>
          </a:p>
        </p:txBody>
      </p:sp>
      <p:sp>
        <p:nvSpPr>
          <p:cNvPr id="474" name="Google Shape;474;p48"/>
          <p:cNvSpPr txBox="1"/>
          <p:nvPr/>
        </p:nvSpPr>
        <p:spPr>
          <a:xfrm>
            <a:off x="2347950" y="4331887"/>
            <a:ext cx="4448100" cy="260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200">
                <a:solidFill>
                  <a:schemeClr val="dk1"/>
                </a:solidFill>
                <a:latin typeface="Funnel Sans"/>
                <a:ea typeface="Funnel Sans"/>
                <a:cs typeface="Funnel Sans"/>
                <a:sym typeface="Funnel Sans"/>
              </a:rPr>
              <a:t>Please keep this slide for attribution</a:t>
            </a:r>
            <a:endParaRPr sz="1200">
              <a:solidFill>
                <a:schemeClr val="dk1"/>
              </a:solidFill>
              <a:latin typeface="Funnel Sans"/>
              <a:ea typeface="Funnel Sans"/>
              <a:cs typeface="Funnel Sans"/>
              <a:sym typeface="Funnel Sans"/>
            </a:endParaRPr>
          </a:p>
        </p:txBody>
      </p:sp>
      <p:pic>
        <p:nvPicPr>
          <p:cNvPr id="475" name="Google Shape;475;p48"/>
          <p:cNvPicPr preferRelativeResize="0"/>
          <p:nvPr/>
        </p:nvPicPr>
        <p:blipFill>
          <a:blip r:embed="rId3">
            <a:alphaModFix/>
          </a:blip>
          <a:stretch>
            <a:fillRect/>
          </a:stretch>
        </p:blipFill>
        <p:spPr>
          <a:xfrm>
            <a:off x="190500" y="3613088"/>
            <a:ext cx="8763000" cy="1198225"/>
          </a:xfrm>
          <a:prstGeom prst="rect">
            <a:avLst/>
          </a:prstGeom>
          <a:noFill/>
          <a:ln>
            <a:noFill/>
          </a:ln>
        </p:spPr>
      </p:pic>
      <p:sp>
        <p:nvSpPr>
          <p:cNvPr id="476" name="Google Shape;476;p48"/>
          <p:cNvSpPr txBox="1"/>
          <p:nvPr/>
        </p:nvSpPr>
        <p:spPr>
          <a:xfrm>
            <a:off x="2306400" y="4331875"/>
            <a:ext cx="4531200" cy="446400"/>
          </a:xfrm>
          <a:prstGeom prst="rect">
            <a:avLst/>
          </a:prstGeom>
          <a:noFill/>
          <a:ln>
            <a:noFill/>
          </a:ln>
        </p:spPr>
        <p:txBody>
          <a:bodyPr anchorCtr="0" anchor="t" bIns="91425" lIns="91425" spcFirstLastPara="1" rIns="91425" wrap="square" tIns="91425">
            <a:spAutoFit/>
          </a:bodyPr>
          <a:lstStyle/>
          <a:p>
            <a:pPr indent="0" lvl="0" marL="0" rtl="0" algn="ctr">
              <a:lnSpc>
                <a:spcPct val="110000"/>
              </a:lnSpc>
              <a:spcBef>
                <a:spcPts val="0"/>
              </a:spcBef>
              <a:spcAft>
                <a:spcPts val="1500"/>
              </a:spcAft>
              <a:buNone/>
            </a:pPr>
            <a:r>
              <a:rPr lang="en" sz="1700">
                <a:solidFill>
                  <a:srgbClr val="F5F5F5"/>
                </a:solidFill>
                <a:highlight>
                  <a:srgbClr val="000000"/>
                </a:highlight>
              </a:rPr>
              <a:t>Proyecto de </a:t>
            </a:r>
            <a:r>
              <a:rPr lang="en" sz="1700">
                <a:solidFill>
                  <a:schemeClr val="accent2"/>
                </a:solidFill>
                <a:highlight>
                  <a:srgbClr val="000000"/>
                </a:highlight>
              </a:rPr>
              <a:t>Arquitectura de Computadoras</a:t>
            </a:r>
            <a:endParaRPr sz="1700">
              <a:solidFill>
                <a:schemeClr val="accent2"/>
              </a:solidFill>
              <a:highlight>
                <a:srgbClr val="000000"/>
              </a:highlight>
            </a:endParaRPr>
          </a:p>
        </p:txBody>
      </p:sp>
    </p:spTree>
  </p:cSld>
  <p:clrMapOvr>
    <a:masterClrMapping/>
  </p:clrMapOvr>
</p:sld>
</file>

<file path=ppt/theme/theme1.xml><?xml version="1.0" encoding="utf-8"?>
<a:theme xmlns:a="http://schemas.openxmlformats.org/drawingml/2006/main" xmlns:r="http://schemas.openxmlformats.org/officeDocument/2006/relationships" name="Computer Architecture by Slidesgo">
  <a:themeElements>
    <a:clrScheme name="Simple Light">
      <a:dk1>
        <a:srgbClr val="FFFFFF"/>
      </a:dk1>
      <a:lt1>
        <a:srgbClr val="0E0E0E"/>
      </a:lt1>
      <a:dk2>
        <a:srgbClr val="FFFFFF"/>
      </a:dk2>
      <a:lt2>
        <a:srgbClr val="222222"/>
      </a:lt2>
      <a:accent1>
        <a:srgbClr val="D9D9D9"/>
      </a:accent1>
      <a:accent2>
        <a:srgbClr val="00FFA4"/>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